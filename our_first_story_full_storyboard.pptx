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b862fa082d43a0" /><Relationship Type="http://schemas.openxmlformats.org/officeDocument/2006/relationships/extended-properties" Target="/docProps/app.xml" Id="Rfb5a974d4cd74b0d" /><Relationship Type="http://schemas.openxmlformats.org/officeDocument/2006/relationships/officeDocument" Target="/ppt/presentation.xml" Id="R9c103bc47d8041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e76155792d4fdc"/>
  </p:sldMasterIdLst>
  <p:notesMasterIdLst>
    <p:notesMasterId xmlns:r="http://schemas.openxmlformats.org/officeDocument/2006/relationships" r:id="R85ed5c8d79474032"/>
  </p:notesMasterIdLst>
  <p:sldIdLst>
    <p:sldId xmlns:r="http://schemas.openxmlformats.org/officeDocument/2006/relationships" id="256" r:id="Rc9ddb770eac14ab8"/>
    <p:sldId xmlns:r="http://schemas.openxmlformats.org/officeDocument/2006/relationships" id="257" r:id="R54029b596ed34796"/>
    <p:sldId xmlns:r="http://schemas.openxmlformats.org/officeDocument/2006/relationships" id="258" r:id="R902920342f9b4cfd"/>
    <p:sldId xmlns:r="http://schemas.openxmlformats.org/officeDocument/2006/relationships" id="259" r:id="R4d7d00bed04e4d75"/>
    <p:sldId xmlns:r="http://schemas.openxmlformats.org/officeDocument/2006/relationships" id="260" r:id="R0bf0eb2f33544d0d"/>
    <p:sldId xmlns:r="http://schemas.openxmlformats.org/officeDocument/2006/relationships" id="261" r:id="R3394c22347bd440b"/>
    <p:sldId xmlns:r="http://schemas.openxmlformats.org/officeDocument/2006/relationships" id="262" r:id="R7a792ad6eebf4168"/>
    <p:sldId xmlns:r="http://schemas.openxmlformats.org/officeDocument/2006/relationships" id="263" r:id="Rb1c20cc3622a45bb"/>
    <p:sldId xmlns:r="http://schemas.openxmlformats.org/officeDocument/2006/relationships" id="264" r:id="Rd618f3dbaac442bd"/>
    <p:sldId xmlns:r="http://schemas.openxmlformats.org/officeDocument/2006/relationships" id="265" r:id="R99e29b195f934cee"/>
    <p:sldId xmlns:r="http://schemas.openxmlformats.org/officeDocument/2006/relationships" id="266" r:id="R09fd378e587a4452"/>
    <p:sldId xmlns:r="http://schemas.openxmlformats.org/officeDocument/2006/relationships" id="267" r:id="Rad85e306825c433f"/>
    <p:sldId xmlns:r="http://schemas.openxmlformats.org/officeDocument/2006/relationships" id="268" r:id="R0baa63bff0554bd1"/>
    <p:sldId xmlns:r="http://schemas.openxmlformats.org/officeDocument/2006/relationships" id="269" r:id="R852e03ff81e04ecf"/>
    <p:sldId xmlns:r="http://schemas.openxmlformats.org/officeDocument/2006/relationships" id="270" r:id="Re75f27bb66f94f23"/>
    <p:sldId xmlns:r="http://schemas.openxmlformats.org/officeDocument/2006/relationships" id="271" r:id="Rbeec8263718b46cb"/>
    <p:sldId xmlns:r="http://schemas.openxmlformats.org/officeDocument/2006/relationships" id="272" r:id="Rede3f47053d04c0e"/>
    <p:sldId xmlns:r="http://schemas.openxmlformats.org/officeDocument/2006/relationships" id="273" r:id="Ra0b4203ec98741c1"/>
    <p:sldId xmlns:r="http://schemas.openxmlformats.org/officeDocument/2006/relationships" id="274" r:id="Rb87d71cfc65b4104"/>
    <p:sldId xmlns:r="http://schemas.openxmlformats.org/officeDocument/2006/relationships" id="275" r:id="R1c85c389538d4606"/>
    <p:sldId xmlns:r="http://schemas.openxmlformats.org/officeDocument/2006/relationships" id="276" r:id="R5358beb9a5a8403e"/>
    <p:sldId xmlns:r="http://schemas.openxmlformats.org/officeDocument/2006/relationships" id="277" r:id="R1f4eafc2d2a84905"/>
    <p:sldId xmlns:r="http://schemas.openxmlformats.org/officeDocument/2006/relationships" id="278" r:id="Rbdc47c38e8b14c02"/>
    <p:sldId xmlns:r="http://schemas.openxmlformats.org/officeDocument/2006/relationships" id="279" r:id="R2a9af013eb204da6"/>
    <p:sldId xmlns:r="http://schemas.openxmlformats.org/officeDocument/2006/relationships" id="280" r:id="R0d471dc55abf449d"/>
    <p:sldId xmlns:r="http://schemas.openxmlformats.org/officeDocument/2006/relationships" id="281" r:id="Ra3a4ca2598f647e8"/>
    <p:sldId xmlns:r="http://schemas.openxmlformats.org/officeDocument/2006/relationships" id="282" r:id="R25941dd5e26c410a"/>
    <p:sldId xmlns:r="http://schemas.openxmlformats.org/officeDocument/2006/relationships" id="283" r:id="R806d476403d4424f"/>
    <p:sldId xmlns:r="http://schemas.openxmlformats.org/officeDocument/2006/relationships" id="284" r:id="R51deba15950b48fa"/>
    <p:sldId xmlns:r="http://schemas.openxmlformats.org/officeDocument/2006/relationships" id="285" r:id="R179eb71838d945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b7b762f7dd4804" /><Relationship Type="http://schemas.openxmlformats.org/officeDocument/2006/relationships/slideMaster" Target="/ppt/slideMasters/slideMaster1.xml" Id="R68e76155792d4fdc" /><Relationship Type="http://schemas.openxmlformats.org/officeDocument/2006/relationships/notesMaster" Target="/ppt/notesMasters/notesMaster1.xml" Id="R85ed5c8d79474032" /><Relationship Type="http://schemas.openxmlformats.org/officeDocument/2006/relationships/presProps" Target="/ppt/presProps.xml" Id="Rfa56b6f085f54852" /><Relationship Type="http://schemas.openxmlformats.org/officeDocument/2006/relationships/tableStyles" Target="/ppt/tableStyles.xml" Id="R284b223b9438431c" /><Relationship Type="http://schemas.openxmlformats.org/officeDocument/2006/relationships/slide" Target="/ppt/slides/slide1.xml" Id="Rc9ddb770eac14ab8" /><Relationship Type="http://schemas.openxmlformats.org/officeDocument/2006/relationships/slide" Target="/ppt/slides/slide2.xml" Id="R54029b596ed34796" /><Relationship Type="http://schemas.openxmlformats.org/officeDocument/2006/relationships/slide" Target="/ppt/slides/slide3.xml" Id="R902920342f9b4cfd" /><Relationship Type="http://schemas.openxmlformats.org/officeDocument/2006/relationships/slide" Target="/ppt/slides/slide4.xml" Id="R4d7d00bed04e4d75" /><Relationship Type="http://schemas.openxmlformats.org/officeDocument/2006/relationships/slide" Target="/ppt/slides/slide5.xml" Id="R0bf0eb2f33544d0d" /><Relationship Type="http://schemas.openxmlformats.org/officeDocument/2006/relationships/slide" Target="/ppt/slides/slide6.xml" Id="R3394c22347bd440b" /><Relationship Type="http://schemas.openxmlformats.org/officeDocument/2006/relationships/slide" Target="/ppt/slides/slide7.xml" Id="R7a792ad6eebf4168" /><Relationship Type="http://schemas.openxmlformats.org/officeDocument/2006/relationships/slide" Target="/ppt/slides/slide8.xml" Id="Rb1c20cc3622a45bb" /><Relationship Type="http://schemas.openxmlformats.org/officeDocument/2006/relationships/slide" Target="/ppt/slides/slide9.xml" Id="Rd618f3dbaac442bd" /><Relationship Type="http://schemas.openxmlformats.org/officeDocument/2006/relationships/slide" Target="/ppt/slides/slide10.xml" Id="R99e29b195f934cee" /><Relationship Type="http://schemas.openxmlformats.org/officeDocument/2006/relationships/slide" Target="/ppt/slides/slide11.xml" Id="R09fd378e587a4452" /><Relationship Type="http://schemas.openxmlformats.org/officeDocument/2006/relationships/slide" Target="/ppt/slides/slide12.xml" Id="Rad85e306825c433f" /><Relationship Type="http://schemas.openxmlformats.org/officeDocument/2006/relationships/slide" Target="/ppt/slides/slide13.xml" Id="R0baa63bff0554bd1" /><Relationship Type="http://schemas.openxmlformats.org/officeDocument/2006/relationships/slide" Target="/ppt/slides/slide14.xml" Id="R852e03ff81e04ecf" /><Relationship Type="http://schemas.openxmlformats.org/officeDocument/2006/relationships/slide" Target="/ppt/slides/slide15.xml" Id="Re75f27bb66f94f23" /><Relationship Type="http://schemas.openxmlformats.org/officeDocument/2006/relationships/slide" Target="/ppt/slides/slide16.xml" Id="Rbeec8263718b46cb" /><Relationship Type="http://schemas.openxmlformats.org/officeDocument/2006/relationships/slide" Target="/ppt/slides/slide17.xml" Id="Rede3f47053d04c0e" /><Relationship Type="http://schemas.openxmlformats.org/officeDocument/2006/relationships/slide" Target="/ppt/slides/slide18.xml" Id="Ra0b4203ec98741c1" /><Relationship Type="http://schemas.openxmlformats.org/officeDocument/2006/relationships/slide" Target="/ppt/slides/slide19.xml" Id="Rb87d71cfc65b4104" /><Relationship Type="http://schemas.openxmlformats.org/officeDocument/2006/relationships/slide" Target="/ppt/slides/slide20.xml" Id="R1c85c389538d4606" /><Relationship Type="http://schemas.openxmlformats.org/officeDocument/2006/relationships/slide" Target="/ppt/slides/slide21.xml" Id="R5358beb9a5a8403e" /><Relationship Type="http://schemas.openxmlformats.org/officeDocument/2006/relationships/slide" Target="/ppt/slides/slide22.xml" Id="R1f4eafc2d2a84905" /><Relationship Type="http://schemas.openxmlformats.org/officeDocument/2006/relationships/slide" Target="/ppt/slides/slide23.xml" Id="Rbdc47c38e8b14c02" /><Relationship Type="http://schemas.openxmlformats.org/officeDocument/2006/relationships/slide" Target="/ppt/slides/slide24.xml" Id="R2a9af013eb204da6" /><Relationship Type="http://schemas.openxmlformats.org/officeDocument/2006/relationships/slide" Target="/ppt/slides/slide25.xml" Id="R0d471dc55abf449d" /><Relationship Type="http://schemas.openxmlformats.org/officeDocument/2006/relationships/slide" Target="/ppt/slides/slide26.xml" Id="Ra3a4ca2598f647e8" /><Relationship Type="http://schemas.openxmlformats.org/officeDocument/2006/relationships/slide" Target="/ppt/slides/slide27.xml" Id="R25941dd5e26c410a" /><Relationship Type="http://schemas.openxmlformats.org/officeDocument/2006/relationships/slide" Target="/ppt/slides/slide28.xml" Id="R806d476403d4424f" /><Relationship Type="http://schemas.openxmlformats.org/officeDocument/2006/relationships/slide" Target="/ppt/slides/slide29.xml" Id="R51deba15950b48fa" /><Relationship Type="http://schemas.openxmlformats.org/officeDocument/2006/relationships/slide" Target="/ppt/slides/slide30.xml" Id="R179eb71838d945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1c90aff3704d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3a81e56faf4dbd" /><Relationship Type="http://schemas.openxmlformats.org/officeDocument/2006/relationships/notesMaster" Target="/ppt/notesMasters/notesMaster1.xml" Id="R6751155e3aca4b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ca6100ab994603" /><Relationship Type="http://schemas.openxmlformats.org/officeDocument/2006/relationships/notesMaster" Target="/ppt/notesMasters/notesMaster1.xml" Id="Raf4251b3640d4d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6fb559dbd547f1" /><Relationship Type="http://schemas.openxmlformats.org/officeDocument/2006/relationships/notesMaster" Target="/ppt/notesMasters/notesMaster1.xml" Id="R86c189ea69d345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7b0e0726924dfb" /><Relationship Type="http://schemas.openxmlformats.org/officeDocument/2006/relationships/notesMaster" Target="/ppt/notesMasters/notesMaster1.xml" Id="R502672c902fe46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ba67a09a6b4b6c" /><Relationship Type="http://schemas.openxmlformats.org/officeDocument/2006/relationships/notesMaster" Target="/ppt/notesMasters/notesMaster1.xml" Id="R457542d89ac54b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b2332e09ea4960" /><Relationship Type="http://schemas.openxmlformats.org/officeDocument/2006/relationships/notesMaster" Target="/ppt/notesMasters/notesMaster1.xml" Id="Re25cda58f1ab4e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285bef92d24ab1" /><Relationship Type="http://schemas.openxmlformats.org/officeDocument/2006/relationships/notesMaster" Target="/ppt/notesMasters/notesMaster1.xml" Id="R969d4636349146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98e31e6084426e" /><Relationship Type="http://schemas.openxmlformats.org/officeDocument/2006/relationships/notesMaster" Target="/ppt/notesMasters/notesMaster1.xml" Id="Rfa766d3790a840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e7ad31d3c4418e" /><Relationship Type="http://schemas.openxmlformats.org/officeDocument/2006/relationships/notesMaster" Target="/ppt/notesMasters/notesMaster1.xml" Id="R3767c11dcac54c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fdfca9ba5548a5" /><Relationship Type="http://schemas.openxmlformats.org/officeDocument/2006/relationships/notesMaster" Target="/ppt/notesMasters/notesMaster1.xml" Id="R50e559e7677243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c7085d0d35443c7" /><Relationship Type="http://schemas.openxmlformats.org/officeDocument/2006/relationships/notesMaster" Target="/ppt/notesMasters/notesMaster1.xml" Id="Raa83da6657a54a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d1742229f047b9" /><Relationship Type="http://schemas.openxmlformats.org/officeDocument/2006/relationships/notesMaster" Target="/ppt/notesMasters/notesMaster1.xml" Id="R41c5c25fa84d48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230216e7744613" /><Relationship Type="http://schemas.openxmlformats.org/officeDocument/2006/relationships/notesMaster" Target="/ppt/notesMasters/notesMaster1.xml" Id="Rfa7e18ab69fa4d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fbafe4a6b842c9" /><Relationship Type="http://schemas.openxmlformats.org/officeDocument/2006/relationships/notesMaster" Target="/ppt/notesMasters/notesMaster1.xml" Id="Rc79047f8e15e40d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7e54457cef341df" /><Relationship Type="http://schemas.openxmlformats.org/officeDocument/2006/relationships/notesMaster" Target="/ppt/notesMasters/notesMaster1.xml" Id="R7b1ab12ac423480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badb1cbecd6455c" /><Relationship Type="http://schemas.openxmlformats.org/officeDocument/2006/relationships/notesMaster" Target="/ppt/notesMasters/notesMaster1.xml" Id="Rbc7d5f0d72f147d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ef332f16e6742fd" /><Relationship Type="http://schemas.openxmlformats.org/officeDocument/2006/relationships/notesMaster" Target="/ppt/notesMasters/notesMaster1.xml" Id="R04f6edfb944a44c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c8aa0240cb14717" /><Relationship Type="http://schemas.openxmlformats.org/officeDocument/2006/relationships/notesMaster" Target="/ppt/notesMasters/notesMaster1.xml" Id="Ra0c48dbb07b44ad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cbc07758307430c" /><Relationship Type="http://schemas.openxmlformats.org/officeDocument/2006/relationships/notesMaster" Target="/ppt/notesMasters/notesMaster1.xml" Id="Rb18b682290b843c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bf719e965f54d10" /><Relationship Type="http://schemas.openxmlformats.org/officeDocument/2006/relationships/notesMaster" Target="/ppt/notesMasters/notesMaster1.xml" Id="R55f8b3d7f3fc449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887e6a62cd04a5d" /><Relationship Type="http://schemas.openxmlformats.org/officeDocument/2006/relationships/notesMaster" Target="/ppt/notesMasters/notesMaster1.xml" Id="R457cc04ab7a54bb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8a0a0c0832e4922" /><Relationship Type="http://schemas.openxmlformats.org/officeDocument/2006/relationships/notesMaster" Target="/ppt/notesMasters/notesMaster1.xml" Id="Reff4014af26e40a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4e49008816e40d0" /><Relationship Type="http://schemas.openxmlformats.org/officeDocument/2006/relationships/notesMaster" Target="/ppt/notesMasters/notesMaster1.xml" Id="Rbb1050fff451459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56b718553be45dd" /><Relationship Type="http://schemas.openxmlformats.org/officeDocument/2006/relationships/notesMaster" Target="/ppt/notesMasters/notesMaster1.xml" Id="Rd5ab1b6df4984c9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7edc734e06a4f3c" /><Relationship Type="http://schemas.openxmlformats.org/officeDocument/2006/relationships/notesMaster" Target="/ppt/notesMasters/notesMaster1.xml" Id="Rcfbe84d15af9434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82470e0a9424207" /><Relationship Type="http://schemas.openxmlformats.org/officeDocument/2006/relationships/notesMaster" Target="/ppt/notesMasters/notesMaster1.xml" Id="Re8698f44c3b84ea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686741f433c4a7f" /><Relationship Type="http://schemas.openxmlformats.org/officeDocument/2006/relationships/notesMaster" Target="/ppt/notesMasters/notesMaster1.xml" Id="Rf5fca356f2cf467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e2c856a5d7846c2" /><Relationship Type="http://schemas.openxmlformats.org/officeDocument/2006/relationships/notesMaster" Target="/ppt/notesMasters/notesMaster1.xml" Id="R610fe429f46a430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dc77623034b411f" /><Relationship Type="http://schemas.openxmlformats.org/officeDocument/2006/relationships/notesMaster" Target="/ppt/notesMasters/notesMaster1.xml" Id="Rc9ce7022bbde415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dc798d556734c9a" /><Relationship Type="http://schemas.openxmlformats.org/officeDocument/2006/relationships/notesMaster" Target="/ppt/notesMasters/notesMaster1.xml" Id="Rfa0ff36423324a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인터뷰에서 확정된 제품 요구사항, 2026-08-14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인터뷰에서 확정된 제품 요구사항, 2026-08-14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인터뷰에서 확정된 제품 요구사항, 2026-08-14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인터뷰에서 확정된 제품 요구사항, 2026-08-14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인터뷰에서 확정된 제품 요구사항, 2026-08-14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인터뷰에서 확정된 제품 요구사항, 2026-08-14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인터뷰에서 확정된 제품 요구사항, 2026-08-14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인터뷰에서 확정된 제품 요구사항, 2026-08-14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인터뷰에서 확정된 제품 요구사항, 2026-08-14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인터뷰에서 확정된 제품 요구사항, 2026-08-14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인터뷰에서 확정된 제품 요구사항, 2026-08-14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인터뷰에서 확정된 제품 요구사항, 2026-08-14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인터뷰에서 확정된 제품 요구사항, 2026-08-14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인터뷰에서 확정된 제품 요구사항, 2026-08-14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인터뷰에서 확정된 제품 요구사항, 2026-08-14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인터뷰에서 확정된 제품 요구사항, 2026-08-14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인터뷰에서 확정된 제품 요구사항, 2026-08-14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인터뷰에서 확정된 제품 요구사항, 2026-08-14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인터뷰에서 확정된 제품 요구사항, 2026-08-14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인터뷰에서 확정된 제품 요구사항, 2026-08-14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인터뷰에서 확정된 제품 요구사항, 2026-08-14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인터뷰에서 확정된 제품 요구사항, 2026-08-14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인터뷰에서 확정된 제품 요구사항, 2026-08-14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인터뷰에서 확정된 제품 요구사항, 2026-08-14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인터뷰에서 확정된 제품 요구사항, 2026-08-14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인터뷰에서 확정된 제품 요구사항, 2026-08-14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인터뷰에서 확정된 제품 요구사항, 2026-08-14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인터뷰에서 확정된 제품 요구사항, 2026-08-14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인터뷰에서 확정된 제품 요구사항, 2026-08-14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인터뷰에서 확정된 제품 요구사항, 2026-08-14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9b39cd382942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59da541f0e4132" /><Relationship Type="http://schemas.openxmlformats.org/officeDocument/2006/relationships/slideLayout" Target="/ppt/slideLayouts/slideLayout1.xml" Id="R2f88f8cb25db49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88f8cb25db49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565d068e24e28" /><Relationship Type="http://schemas.openxmlformats.org/officeDocument/2006/relationships/notesSlide" Target="/ppt/notesSlides/notesSlide1.xml" Id="R395757e8d00b46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c0c30eb684205" /><Relationship Type="http://schemas.openxmlformats.org/officeDocument/2006/relationships/notesSlide" Target="/ppt/notesSlides/notesSlide2.xml" Id="Rfb0f39fe408d4b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c413748a046d6" /><Relationship Type="http://schemas.openxmlformats.org/officeDocument/2006/relationships/notesSlide" Target="/ppt/notesSlides/notesSlide3.xml" Id="R0f65246e8d6d4b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bbcc6017144d3" /><Relationship Type="http://schemas.openxmlformats.org/officeDocument/2006/relationships/notesSlide" Target="/ppt/notesSlides/notesSlide4.xml" Id="Re391c61e06474a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e7eececf94567" /><Relationship Type="http://schemas.openxmlformats.org/officeDocument/2006/relationships/notesSlide" Target="/ppt/notesSlides/notesSlide5.xml" Id="R8f22585d79e441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d7b96787a4f19" /><Relationship Type="http://schemas.openxmlformats.org/officeDocument/2006/relationships/notesSlide" Target="/ppt/notesSlides/notesSlide6.xml" Id="R25b7f778327b42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92fbf2b87419e" /><Relationship Type="http://schemas.openxmlformats.org/officeDocument/2006/relationships/notesSlide" Target="/ppt/notesSlides/notesSlide7.xml" Id="R18c8a1eaa1424d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a3251787549c5" /><Relationship Type="http://schemas.openxmlformats.org/officeDocument/2006/relationships/notesSlide" Target="/ppt/notesSlides/notesSlide8.xml" Id="Re664edb7923f4b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bbceaf3354eac" /><Relationship Type="http://schemas.openxmlformats.org/officeDocument/2006/relationships/notesSlide" Target="/ppt/notesSlides/notesSlide9.xml" Id="Re2368d361e2445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71760966d4973" /><Relationship Type="http://schemas.openxmlformats.org/officeDocument/2006/relationships/notesSlide" Target="/ppt/notesSlides/notesSlide10.xml" Id="R812a6963fec944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56eeb73494948" /><Relationship Type="http://schemas.openxmlformats.org/officeDocument/2006/relationships/notesSlide" Target="/ppt/notesSlides/notesSlide11.xml" Id="R514848223ecb46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2db31c0e440a7" /><Relationship Type="http://schemas.openxmlformats.org/officeDocument/2006/relationships/notesSlide" Target="/ppt/notesSlides/notesSlide12.xml" Id="R708adc71a97346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7dc969dec4f74" /><Relationship Type="http://schemas.openxmlformats.org/officeDocument/2006/relationships/notesSlide" Target="/ppt/notesSlides/notesSlide13.xml" Id="Rbdf431ceadbb4c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d92e9a53a44fc" /><Relationship Type="http://schemas.openxmlformats.org/officeDocument/2006/relationships/notesSlide" Target="/ppt/notesSlides/notesSlide14.xml" Id="R8e5f6b05177a489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870fc607c4409" /><Relationship Type="http://schemas.openxmlformats.org/officeDocument/2006/relationships/notesSlide" Target="/ppt/notesSlides/notesSlide15.xml" Id="Reacaa0bfe52048b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2b1b8eae044b6" /><Relationship Type="http://schemas.openxmlformats.org/officeDocument/2006/relationships/notesSlide" Target="/ppt/notesSlides/notesSlide16.xml" Id="R70ee1c62a17e400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ee0d5a45b4030" /><Relationship Type="http://schemas.openxmlformats.org/officeDocument/2006/relationships/notesSlide" Target="/ppt/notesSlides/notesSlide17.xml" Id="Re9615e416f2c4b6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ff3d45ea64a1d" /><Relationship Type="http://schemas.openxmlformats.org/officeDocument/2006/relationships/notesSlide" Target="/ppt/notesSlides/notesSlide18.xml" Id="Ra00ef18020ab43b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277d7d394419c" /><Relationship Type="http://schemas.openxmlformats.org/officeDocument/2006/relationships/notesSlide" Target="/ppt/notesSlides/notesSlide19.xml" Id="Re11a332feaed4f3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20513bf4b4958" /><Relationship Type="http://schemas.openxmlformats.org/officeDocument/2006/relationships/notesSlide" Target="/ppt/notesSlides/notesSlide20.xml" Id="R475b424ee8f84c8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457a3ba4d41bf" /><Relationship Type="http://schemas.openxmlformats.org/officeDocument/2006/relationships/notesSlide" Target="/ppt/notesSlides/notesSlide21.xml" Id="R731ab24317964da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5c465cf224a84" /><Relationship Type="http://schemas.openxmlformats.org/officeDocument/2006/relationships/notesSlide" Target="/ppt/notesSlides/notesSlide22.xml" Id="R4962515774184b6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bb0f815af46e2" /><Relationship Type="http://schemas.openxmlformats.org/officeDocument/2006/relationships/notesSlide" Target="/ppt/notesSlides/notesSlide23.xml" Id="Rd546b2225ae14bd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f5a97246e4d89" /><Relationship Type="http://schemas.openxmlformats.org/officeDocument/2006/relationships/notesSlide" Target="/ppt/notesSlides/notesSlide24.xml" Id="Rbe16ae14e2b14e8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2751e90be4429" /><Relationship Type="http://schemas.openxmlformats.org/officeDocument/2006/relationships/notesSlide" Target="/ppt/notesSlides/notesSlide25.xml" Id="R5182d7995478463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82689af974c96" /><Relationship Type="http://schemas.openxmlformats.org/officeDocument/2006/relationships/notesSlide" Target="/ppt/notesSlides/notesSlide26.xml" Id="Rca9720af061d46a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ada9a4cf5424a" /><Relationship Type="http://schemas.openxmlformats.org/officeDocument/2006/relationships/notesSlide" Target="/ppt/notesSlides/notesSlide27.xml" Id="R91339b0ff199447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23c65dce24a81" /><Relationship Type="http://schemas.openxmlformats.org/officeDocument/2006/relationships/notesSlide" Target="/ppt/notesSlides/notesSlide28.xml" Id="R31dc1459c01b472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4cb17cd834168" /><Relationship Type="http://schemas.openxmlformats.org/officeDocument/2006/relationships/notesSlide" Target="/ppt/notesSlides/notesSlide29.xml" Id="Rc4a222959b594f5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2c6ab0ac948b4" /><Relationship Type="http://schemas.openxmlformats.org/officeDocument/2006/relationships/notesSlide" Target="/ppt/notesSlides/notesSlide30.xml" Id="R3b9171fa97d045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8E5495-4E1E-468C-9542-DE26CE05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B84"/>
                </a:solidFill>
              </a:defRPr>
            </a:pPr>
            <a:r>
              <a:rPr sz="900" b="1">
                <a:solidFill>
                  <a:srgbClr val="C97B84"/>
                </a:solidFill>
              </a:rPr>
              <a:t>FULL PRODUCT STORYBOARD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E2230-4526-4195-9051-C0F34102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685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403A3A"/>
                </a:solidFill>
              </a:defRPr>
            </a:pPr>
            <a:r>
              <a:rPr sz="4200" b="1">
                <a:solidFill>
                  <a:srgbClr val="403A3A"/>
                </a:solidFill>
              </a:rPr>
              <a:t>우리의 첫 이야기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ED878-EFB8-41D5-BF7B-A443FC88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685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716A6A"/>
                </a:solidFill>
              </a:defRPr>
            </a:pPr>
            <a:r>
              <a:rPr sz="1875" b="0">
                <a:solidFill>
                  <a:srgbClr val="716A6A"/>
                </a:solidFill>
              </a:rPr>
              <a:t>임신부터 육아까지, 부모가 실시간으로 함께 만드는 감성 성장 앨범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68D76-0C21-4E5D-AC3A-5A395BF2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723900"/>
            <a:ext cx="3429000" cy="5276850"/>
          </a:xfrm>
          <a:prstGeom xmlns:a="http://schemas.openxmlformats.org/drawingml/2006/main" prst="roundRect">
            <a:avLst>
              <a:gd name="adj" fmla="val 10556"/>
            </a:avLst>
          </a:prstGeom>
          <a:solidFill xmlns:a="http://schemas.openxmlformats.org/drawingml/2006/main">
            <a:srgbClr val="514A4A"/>
          </a:solidFill>
          <a:ln xmlns:a="http://schemas.openxmlformats.org/drawingml/2006/main" w="9525">
            <a:solidFill>
              <a:srgbClr val="514A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2C851-71D8-444F-97F5-F9C835B8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838200"/>
            <a:ext cx="3200400" cy="504825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FFFD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2F6F8-4B44-46E7-AFB1-DA83B4C5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23825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03A3A"/>
                </a:solidFill>
              </a:defRPr>
            </a:pPr>
            <a:r>
              <a:rPr sz="1725" b="1">
                <a:solidFill>
                  <a:srgbClr val="403A3A"/>
                </a:solidFill>
              </a:rPr>
              <a:t>콩콩이의 시간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907DC-03E0-4464-BF02-F66B2D3C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66900"/>
            <a:ext cx="2552700" cy="1276350"/>
          </a:xfrm>
          <a:prstGeom xmlns:a="http://schemas.openxmlformats.org/drawingml/2006/main" prst="roundRect">
            <a:avLst>
              <a:gd name="adj" fmla="val 13433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D62EA-8BC8-4378-A830-63196386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52650"/>
            <a:ext cx="217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C5962"/>
                </a:solidFill>
              </a:defRPr>
            </a:pPr>
            <a:r>
              <a:rPr sz="1650" b="1">
                <a:solidFill>
                  <a:srgbClr val="9C5962"/>
                </a:solidFill>
              </a:rPr>
              <a:t>첫 초음파를 본 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353B0F-41FA-414D-917F-CF5C6F87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25527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AECB9-42CC-4651-BE9B-3476432A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86150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03A3A"/>
                </a:solidFill>
              </a:defRPr>
            </a:pPr>
            <a:r>
              <a:rPr sz="1350" b="1">
                <a:solidFill>
                  <a:srgbClr val="403A3A"/>
                </a:solidFill>
              </a:rPr>
              <a:t>엄마와 배우자가</a:t>
            </a:r>
          </a:p>
          <a:p xmlns:a="http://schemas.openxmlformats.org/drawingml/2006/main">
            <a:pPr algn="ctr">
              <a:defRPr sz="1350" b="1">
                <a:solidFill>
                  <a:srgbClr val="403A3A"/>
                </a:solidFill>
              </a:defRPr>
            </a:pPr>
            <a:r>
              <a:rPr sz="1350" b="1">
                <a:solidFill>
                  <a:srgbClr val="403A3A"/>
                </a:solidFill>
              </a:rPr>
              <a:t>함께 쓰는 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91B1B-7B02-4D28-88BF-40B5B5CE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62450"/>
            <a:ext cx="2552700" cy="6096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C97B84"/>
          </a:solidFill>
          <a:ln xmlns:a="http://schemas.openxmlformats.org/drawingml/2006/main" w="9525">
            <a:solidFill>
              <a:srgbClr val="C97B8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D9E778-A324-429E-9C4B-4D9E1032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767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+ 새 기록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AF89B0-64A7-431A-B6B8-09F92B3A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A6A"/>
                </a:solidFill>
              </a:defRPr>
            </a:pPr>
            <a:r>
              <a:rPr sz="1125" b="0">
                <a:solidFill>
                  <a:srgbClr val="716A6A"/>
                </a:solidFill>
              </a:rPr>
              <a:t>상세 PRD와 Google AI Studio 구현 명세 기준 · v1.0</a:t>
            </a:r>
          </a:p>
        </p:txBody>
      </p:sp>
    </p:spTree>
    <p:extLst>
      <p:ext uri="{BB962C8B-B14F-4D97-AF65-F5344CB8AC3E}">
        <p14:creationId xmlns:p14="http://schemas.microsoft.com/office/powerpoint/2010/main" val="336384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64402F-6E11-4919-8C32-A35E28DB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7B84"/>
                </a:solidFill>
              </a:defRPr>
            </a:pPr>
            <a:r>
              <a:rPr sz="825" b="1">
                <a:solidFill>
                  <a:srgbClr val="C97B84"/>
                </a:solidFill>
              </a:rPr>
              <a:t>PRODUCT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498A4-DC5F-4561-8385-EC30C9D7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03A3A"/>
                </a:solidFill>
              </a:defRPr>
            </a:pPr>
            <a:r>
              <a:rPr sz="2700" b="1">
                <a:solidFill>
                  <a:srgbClr val="403A3A"/>
                </a:solidFill>
              </a:rPr>
              <a:t>기록에서 이야기까지, 다섯 단계로 이어진다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35756-E9B6-4C55-8EB4-E0DDECCD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6A6A"/>
                </a:solidFill>
              </a:defRPr>
            </a:pPr>
            <a:r>
              <a:rPr sz="975" b="1">
                <a:solidFill>
                  <a:srgbClr val="716A6A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3577B-E777-4AF1-96D7-1E05420A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875E3-2603-4E58-81FF-C8A7F818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809750" cy="2667000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4720B-49C6-4698-93F8-D9FDC9B8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C5962"/>
                </a:solidFill>
              </a:defRPr>
            </a:pPr>
            <a:r>
              <a:rPr sz="2100" b="1">
                <a:solidFill>
                  <a:srgbClr val="9C5962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F051E-257A-4E2E-A47F-5A2CB37F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03A3A"/>
                </a:solidFill>
              </a:defRPr>
            </a:pPr>
            <a:r>
              <a:rPr sz="1650" b="1">
                <a:solidFill>
                  <a:srgbClr val="403A3A"/>
                </a:solidFill>
              </a:rPr>
              <a:t>가족 앨범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168D6-D734-43D4-96A8-F6B48601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142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3A3A"/>
                </a:solidFill>
              </a:defRPr>
            </a:pPr>
            <a:r>
              <a:rPr sz="1275" b="0">
                <a:solidFill>
                  <a:srgbClr val="403A3A"/>
                </a:solidFill>
              </a:rPr>
              <a:t>아기·부모 정보와 초대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6D1C53-A947-4C5D-BAE9-8F49AC20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28950"/>
            <a:ext cx="342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97B84"/>
                </a:solidFill>
              </a:defRPr>
            </a:pPr>
            <a:r>
              <a:rPr sz="2025" b="1">
                <a:solidFill>
                  <a:srgbClr val="C97B84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575971-921F-4645-989B-E65E59C3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00250"/>
            <a:ext cx="1809750" cy="2667000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937881-4AE4-43B5-ABCD-336E286C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1907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C5962"/>
                </a:solidFill>
              </a:defRPr>
            </a:pPr>
            <a:r>
              <a:rPr sz="2100" b="1">
                <a:solidFill>
                  <a:srgbClr val="9C5962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5F6123-C0EB-4573-8809-CD86EA9E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8575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03A3A"/>
                </a:solidFill>
              </a:defRPr>
            </a:pPr>
            <a:r>
              <a:rPr sz="1650" b="1">
                <a:solidFill>
                  <a:srgbClr val="403A3A"/>
                </a:solidFill>
              </a:rPr>
              <a:t>새 기록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8F279D-D2D8-42EA-A908-5ADDFC4E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76625"/>
            <a:ext cx="142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3A3A"/>
                </a:solidFill>
              </a:defRPr>
            </a:pPr>
            <a:r>
              <a:rPr sz="1275" b="0">
                <a:solidFill>
                  <a:srgbClr val="403A3A"/>
                </a:solidFill>
              </a:rPr>
              <a:t>종류·글·감정·사진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CADA52-81BC-4139-AEB3-8BB9E331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028950"/>
            <a:ext cx="342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97B84"/>
                </a:solidFill>
              </a:defRPr>
            </a:pPr>
            <a:r>
              <a:rPr sz="2025" b="1">
                <a:solidFill>
                  <a:srgbClr val="C97B84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307AB1-641F-4EFB-BFAC-ADB04A8A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0250"/>
            <a:ext cx="1809750" cy="2667000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228AE0-DE7B-49AD-88E3-7D3EC7E4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907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C5962"/>
                </a:solidFill>
              </a:defRPr>
            </a:pPr>
            <a:r>
              <a:rPr sz="2100" b="1">
                <a:solidFill>
                  <a:srgbClr val="9C5962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859C36-BF7A-4419-84FC-4AA641EA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03A3A"/>
                </a:solidFill>
              </a:defRPr>
            </a:pPr>
            <a:r>
              <a:rPr sz="1650" b="1">
                <a:solidFill>
                  <a:srgbClr val="403A3A"/>
                </a:solidFill>
              </a:rPr>
              <a:t>함께 꾸미기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52A498-A59E-4193-9283-1A55AE0A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76625"/>
            <a:ext cx="142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3A3A"/>
                </a:solidFill>
              </a:defRPr>
            </a:pPr>
            <a:r>
              <a:rPr sz="1275" b="0">
                <a:solidFill>
                  <a:srgbClr val="403A3A"/>
                </a:solidFill>
              </a:rPr>
              <a:t>실시간 글·스티커 편집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322EA9-B278-4C2D-B227-DF7F43B6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28950"/>
            <a:ext cx="342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97B84"/>
                </a:solidFill>
              </a:defRPr>
            </a:pPr>
            <a:r>
              <a:rPr sz="2025" b="1">
                <a:solidFill>
                  <a:srgbClr val="C97B84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D32A23-D270-45C6-9FD3-2DD4EE48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00250"/>
            <a:ext cx="1809750" cy="2667000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8E4C11-467E-4DD7-8CAA-2DC2A700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1907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C5962"/>
                </a:solidFill>
              </a:defRPr>
            </a:pPr>
            <a:r>
              <a:rPr sz="2100" b="1">
                <a:solidFill>
                  <a:srgbClr val="9C5962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12CD7A-F643-4E8F-A663-52D910A0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8575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03A3A"/>
                </a:solidFill>
              </a:defRPr>
            </a:pPr>
            <a:r>
              <a:rPr sz="1650" b="1">
                <a:solidFill>
                  <a:srgbClr val="403A3A"/>
                </a:solidFill>
              </a:rPr>
              <a:t>앨범 감상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E8037B-3CD1-4623-881B-57C67317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476625"/>
            <a:ext cx="142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3A3A"/>
                </a:solidFill>
              </a:defRPr>
            </a:pPr>
            <a:r>
              <a:rPr sz="1275" b="0">
                <a:solidFill>
                  <a:srgbClr val="403A3A"/>
                </a:solidFill>
              </a:rPr>
              <a:t>사진 스와이프와 원문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9D536B-9C48-4E77-89E0-CD46FDF2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028950"/>
            <a:ext cx="342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97B84"/>
                </a:solidFill>
              </a:defRPr>
            </a:pPr>
            <a:r>
              <a:rPr sz="2025" b="1">
                <a:solidFill>
                  <a:srgbClr val="C97B84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D96816-63CC-49D3-890C-AE12B769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809750" cy="2667000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A957FC-BB21-451F-BEF4-6C70D4D8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907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C5962"/>
                </a:solidFill>
              </a:defRPr>
            </a:pPr>
            <a:r>
              <a:rPr sz="2100" b="1">
                <a:solidFill>
                  <a:srgbClr val="9C5962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D8D792-62A4-488F-A94A-6331D349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03A3A"/>
                </a:solidFill>
              </a:defRPr>
            </a:pPr>
            <a:r>
              <a:rPr sz="1650" b="1">
                <a:solidFill>
                  <a:srgbClr val="403A3A"/>
                </a:solidFill>
              </a:rPr>
              <a:t>성장 이야기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DF5D59-77B3-4443-A311-0D6126C3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76625"/>
            <a:ext cx="142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03A3A"/>
                </a:solidFill>
              </a:defRPr>
            </a:pPr>
            <a:r>
              <a:rPr sz="1275" b="0">
                <a:solidFill>
                  <a:srgbClr val="403A3A"/>
                </a:solidFill>
              </a:rPr>
              <a:t>AI 초안·부모 확인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DF394C-CCFE-4E55-9F38-CEA69376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578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9C5962"/>
                </a:solidFill>
              </a:defRPr>
            </a:pPr>
            <a:r>
              <a:rPr sz="1725" b="1">
                <a:solidFill>
                  <a:srgbClr val="9C5962"/>
                </a:solidFill>
              </a:rPr>
              <a:t>부모의 원문은 모든 단계에서 보존되고, AI는 제안과 연결만 담당한다.</a:t>
            </a:r>
          </a:p>
        </p:txBody>
      </p:sp>
    </p:spTree>
    <p:extLst>
      <p:ext uri="{BB962C8B-B14F-4D97-AF65-F5344CB8AC3E}">
        <p14:creationId xmlns:p14="http://schemas.microsoft.com/office/powerpoint/2010/main" val="2480130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A7EB18-3969-41B0-9D7D-4B2365FC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7B84"/>
                </a:solidFill>
              </a:defRPr>
            </a:pPr>
            <a:r>
              <a:rPr sz="825" b="1">
                <a:solidFill>
                  <a:srgbClr val="C97B84"/>
                </a:solidFill>
              </a:rPr>
              <a:t>SCREEN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37F68-3739-49B4-AAE5-20026665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03A3A"/>
                </a:solidFill>
              </a:defRPr>
            </a:pPr>
            <a:r>
              <a:rPr sz="2700" b="1">
                <a:solidFill>
                  <a:srgbClr val="403A3A"/>
                </a:solidFill>
              </a:rPr>
              <a:t>27개 화면이 하나의 모바일 기록 경험을 완성한다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BDC16-6DD8-421C-9E11-631A05F4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6A6A"/>
                </a:solidFill>
              </a:defRPr>
            </a:pPr>
            <a:r>
              <a:rPr sz="975" b="1">
                <a:solidFill>
                  <a:srgbClr val="716A6A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10D1F7-3F7F-41CA-9B97-2AC65EE4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D295E-7B07-46BF-A4B7-86C63CD3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381250" cy="361950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A882B-CCBF-4131-A88E-31D77721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03A3A"/>
                </a:solidFill>
              </a:defRPr>
            </a:pPr>
            <a:r>
              <a:rPr sz="1800" b="1">
                <a:solidFill>
                  <a:srgbClr val="403A3A"/>
                </a:solidFill>
              </a:rPr>
              <a:t>시작·공유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237A0-428A-4DCB-B9B8-02014A4C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C5962"/>
                </a:solidFill>
              </a:defRPr>
            </a:pPr>
            <a:r>
              <a:rPr sz="1125" b="1">
                <a:solidFill>
                  <a:srgbClr val="9C5962"/>
                </a:solidFill>
              </a:rPr>
              <a:t>S01–S07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80785-2D58-4B48-A274-C1B15B8F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17716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03A3A"/>
                </a:solidFill>
              </a:defRPr>
            </a:pPr>
            <a:r>
              <a:rPr sz="1500" b="0">
                <a:solidFill>
                  <a:srgbClr val="403A3A"/>
                </a:solidFill>
              </a:rPr>
              <a:t>소개</a:t>
            </a:r>
          </a:p>
          <a:p xmlns:a="http://schemas.openxmlformats.org/drawingml/2006/main">
            <a:pPr algn="ctr">
              <a:defRPr sz="1500" b="0">
                <a:solidFill>
                  <a:srgbClr val="403A3A"/>
                </a:solidFill>
              </a:defRPr>
            </a:pPr>
            <a:r>
              <a:rPr sz="1500" b="0">
                <a:solidFill>
                  <a:srgbClr val="403A3A"/>
                </a:solidFill>
              </a:rPr>
              <a:t>최초 설정</a:t>
            </a:r>
          </a:p>
          <a:p xmlns:a="http://schemas.openxmlformats.org/drawingml/2006/main">
            <a:pPr algn="ctr">
              <a:defRPr sz="1500" b="0">
                <a:solidFill>
                  <a:srgbClr val="403A3A"/>
                </a:solidFill>
              </a:defRPr>
            </a:pPr>
            <a:r>
              <a:rPr sz="1500" b="0">
                <a:solidFill>
                  <a:srgbClr val="403A3A"/>
                </a:solidFill>
              </a:rPr>
              <a:t>링크+PIN 초대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37188-1255-47C4-AF8E-65281415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752600"/>
            <a:ext cx="2381250" cy="361950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C5774B-B818-42A1-AC6B-6B1E8F57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03835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03A3A"/>
                </a:solidFill>
              </a:defRPr>
            </a:pPr>
            <a:r>
              <a:rPr sz="1800" b="1">
                <a:solidFill>
                  <a:srgbClr val="403A3A"/>
                </a:solidFill>
              </a:rPr>
              <a:t>탐색·작성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A37670-A7A0-45B4-ACDB-79F99A2B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5336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C5962"/>
                </a:solidFill>
              </a:defRPr>
            </a:pPr>
            <a:r>
              <a:rPr sz="1125" b="1">
                <a:solidFill>
                  <a:srgbClr val="9C5962"/>
                </a:solidFill>
              </a:rPr>
              <a:t>S08–S16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2D2FA7-D45B-4F5F-A776-DF476D09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086100"/>
            <a:ext cx="17716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03A3A"/>
                </a:solidFill>
              </a:defRPr>
            </a:pPr>
            <a:r>
              <a:rPr sz="1500" b="0">
                <a:solidFill>
                  <a:srgbClr val="403A3A"/>
                </a:solidFill>
              </a:rPr>
              <a:t>타임라인</a:t>
            </a:r>
          </a:p>
          <a:p xmlns:a="http://schemas.openxmlformats.org/drawingml/2006/main">
            <a:pPr algn="ctr">
              <a:defRPr sz="1500" b="0">
                <a:solidFill>
                  <a:srgbClr val="403A3A"/>
                </a:solidFill>
              </a:defRPr>
            </a:pPr>
            <a:r>
              <a:rPr sz="1500" b="0">
                <a:solidFill>
                  <a:srgbClr val="403A3A"/>
                </a:solidFill>
              </a:rPr>
              <a:t>필터</a:t>
            </a:r>
          </a:p>
          <a:p xmlns:a="http://schemas.openxmlformats.org/drawingml/2006/main">
            <a:pPr algn="ctr">
              <a:defRPr sz="1500" b="0">
                <a:solidFill>
                  <a:srgbClr val="403A3A"/>
                </a:solidFill>
              </a:defRPr>
            </a:pPr>
            <a:r>
              <a:rPr sz="1500" b="0">
                <a:solidFill>
                  <a:srgbClr val="403A3A"/>
                </a:solidFill>
              </a:rPr>
              <a:t>4종 기록</a:t>
            </a:r>
          </a:p>
          <a:p xmlns:a="http://schemas.openxmlformats.org/drawingml/2006/main">
            <a:pPr algn="ctr">
              <a:defRPr sz="1500" b="0">
                <a:solidFill>
                  <a:srgbClr val="403A3A"/>
                </a:solidFill>
              </a:defRPr>
            </a:pPr>
            <a:r>
              <a:rPr sz="1500" b="0">
                <a:solidFill>
                  <a:srgbClr val="403A3A"/>
                </a:solidFill>
              </a:rPr>
              <a:t>사진·감정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E2AE63-78A3-44E1-95EF-EF030D67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52600"/>
            <a:ext cx="2381250" cy="361950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F9086D-7690-42A4-A91A-77AF3DB9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3835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03A3A"/>
                </a:solidFill>
              </a:defRPr>
            </a:pPr>
            <a:r>
              <a:rPr sz="1800" b="1">
                <a:solidFill>
                  <a:srgbClr val="403A3A"/>
                </a:solidFill>
              </a:rPr>
              <a:t>꾸미기·AI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E75C6F-BF90-4EF5-93CF-2E2D0CA7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336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C5962"/>
                </a:solidFill>
              </a:defRPr>
            </a:pPr>
            <a:r>
              <a:rPr sz="1125" b="1">
                <a:solidFill>
                  <a:srgbClr val="9C5962"/>
                </a:solidFill>
              </a:rPr>
              <a:t>S17–S20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3D745B-BF5B-4F2F-ACF1-6B251EC1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86100"/>
            <a:ext cx="17716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03A3A"/>
                </a:solidFill>
              </a:defRPr>
            </a:pPr>
            <a:r>
              <a:rPr sz="1500" b="0">
                <a:solidFill>
                  <a:srgbClr val="403A3A"/>
                </a:solidFill>
              </a:rPr>
              <a:t>스티커</a:t>
            </a:r>
          </a:p>
          <a:p xmlns:a="http://schemas.openxmlformats.org/drawingml/2006/main">
            <a:pPr algn="ctr">
              <a:defRPr sz="1500" b="0">
                <a:solidFill>
                  <a:srgbClr val="403A3A"/>
                </a:solidFill>
              </a:defRPr>
            </a:pPr>
            <a:r>
              <a:rPr sz="1500" b="0">
                <a:solidFill>
                  <a:srgbClr val="403A3A"/>
                </a:solidFill>
              </a:rPr>
              <a:t>AI 제안</a:t>
            </a:r>
          </a:p>
          <a:p xmlns:a="http://schemas.openxmlformats.org/drawingml/2006/main">
            <a:pPr algn="ctr">
              <a:defRPr sz="1500" b="0">
                <a:solidFill>
                  <a:srgbClr val="403A3A"/>
                </a:solidFill>
              </a:defRPr>
            </a:pPr>
            <a:r>
              <a:rPr sz="1500" b="0">
                <a:solidFill>
                  <a:srgbClr val="403A3A"/>
                </a:solidFill>
              </a:rPr>
              <a:t>공동편집</a:t>
            </a:r>
          </a:p>
          <a:p xmlns:a="http://schemas.openxmlformats.org/drawingml/2006/main">
            <a:pPr algn="ctr">
              <a:defRPr sz="1500" b="0">
                <a:solidFill>
                  <a:srgbClr val="403A3A"/>
                </a:solidFill>
              </a:defRPr>
            </a:pPr>
            <a:r>
              <a:rPr sz="1500" b="0">
                <a:solidFill>
                  <a:srgbClr val="403A3A"/>
                </a:solidFill>
              </a:rPr>
              <a:t>저장 완료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B847FB-B9B8-4DBD-BCAA-F78D48B3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752600"/>
            <a:ext cx="2381250" cy="361950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0A668C-66DB-49C5-B5D6-3E99AC15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03835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03A3A"/>
                </a:solidFill>
              </a:defRPr>
            </a:pPr>
            <a:r>
              <a:rPr sz="1800" b="1">
                <a:solidFill>
                  <a:srgbClr val="403A3A"/>
                </a:solidFill>
              </a:rPr>
              <a:t>감상·관리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39323B-087B-492E-8457-82C3C03C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5336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C5962"/>
                </a:solidFill>
              </a:defRPr>
            </a:pPr>
            <a:r>
              <a:rPr sz="1125" b="1">
                <a:solidFill>
                  <a:srgbClr val="9C5962"/>
                </a:solidFill>
              </a:rPr>
              <a:t>S21–S27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C7CC54-AA10-4A07-940D-7EC4B047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086100"/>
            <a:ext cx="17716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03A3A"/>
                </a:solidFill>
              </a:defRPr>
            </a:pPr>
            <a:r>
              <a:rPr sz="1500" b="0">
                <a:solidFill>
                  <a:srgbClr val="403A3A"/>
                </a:solidFill>
              </a:rPr>
              <a:t>앨범</a:t>
            </a:r>
          </a:p>
          <a:p xmlns:a="http://schemas.openxmlformats.org/drawingml/2006/main">
            <a:pPr algn="ctr">
              <a:defRPr sz="1500" b="0">
                <a:solidFill>
                  <a:srgbClr val="403A3A"/>
                </a:solidFill>
              </a:defRPr>
            </a:pPr>
            <a:r>
              <a:rPr sz="1500" b="0">
                <a:solidFill>
                  <a:srgbClr val="403A3A"/>
                </a:solidFill>
              </a:rPr>
              <a:t>성장 이야기</a:t>
            </a:r>
          </a:p>
          <a:p xmlns:a="http://schemas.openxmlformats.org/drawingml/2006/main">
            <a:pPr algn="ctr">
              <a:defRPr sz="1500" b="0">
                <a:solidFill>
                  <a:srgbClr val="403A3A"/>
                </a:solidFill>
              </a:defRPr>
            </a:pPr>
            <a:r>
              <a:rPr sz="1500" b="0">
                <a:solidFill>
                  <a:srgbClr val="403A3A"/>
                </a:solidFill>
              </a:rPr>
              <a:t>공유·이력</a:t>
            </a:r>
          </a:p>
          <a:p xmlns:a="http://schemas.openxmlformats.org/drawingml/2006/main">
            <a:pPr algn="ctr">
              <a:defRPr sz="1500" b="0">
                <a:solidFill>
                  <a:srgbClr val="403A3A"/>
                </a:solidFill>
              </a:defRPr>
            </a:pPr>
            <a:r>
              <a:rPr sz="1500" b="0">
                <a:solidFill>
                  <a:srgbClr val="403A3A"/>
                </a:solidFill>
              </a:rPr>
              <a:t>오류 상태</a:t>
            </a:r>
          </a:p>
        </p:txBody>
      </p:sp>
    </p:spTree>
    <p:extLst>
      <p:ext uri="{BB962C8B-B14F-4D97-AF65-F5344CB8AC3E}">
        <p14:creationId xmlns:p14="http://schemas.microsoft.com/office/powerpoint/2010/main" val="10083958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087ECC-EFBC-4562-ACAB-F38088C2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7B84"/>
                </a:solidFill>
              </a:defRPr>
            </a:pPr>
            <a:r>
              <a:rPr sz="825" b="1">
                <a:solidFill>
                  <a:srgbClr val="C97B84"/>
                </a:solidFill>
              </a:rPr>
              <a:t>ONBOARDING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44B59-BD04-4BED-A3B8-89F5A7E8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03A3A"/>
                </a:solidFill>
              </a:defRPr>
            </a:pPr>
            <a:r>
              <a:rPr sz="2700" b="1">
                <a:solidFill>
                  <a:srgbClr val="403A3A"/>
                </a:solidFill>
              </a:rPr>
              <a:t>S01. 시작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6D92AD-902E-4F3B-B542-9E64104C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6A6A"/>
                </a:solidFill>
              </a:defRPr>
            </a:pPr>
            <a:r>
              <a:rPr sz="975" b="1">
                <a:solidFill>
                  <a:srgbClr val="716A6A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91295-8549-4009-AF0E-7B0E562B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4ED7B-FABF-4DBF-82FE-B3E13D7C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3429000" cy="5048250"/>
          </a:xfrm>
          <a:prstGeom xmlns:a="http://schemas.openxmlformats.org/drawingml/2006/main" prst="roundRect">
            <a:avLst>
              <a:gd name="adj" fmla="val 9444"/>
            </a:avLst>
          </a:prstGeom>
          <a:solidFill xmlns:a="http://schemas.openxmlformats.org/drawingml/2006/main">
            <a:srgbClr val="514A4A"/>
          </a:solidFill>
          <a:ln xmlns:a="http://schemas.openxmlformats.org/drawingml/2006/main" w="9525">
            <a:solidFill>
              <a:srgbClr val="514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801C3-C25C-4FFB-80CC-A39A7FCF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52550"/>
            <a:ext cx="3238500" cy="48577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FFFD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1A8EA-B1A2-4761-AB24-7FA7F797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28750"/>
            <a:ext cx="914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D6D1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203FB7-8434-4A70-9840-D34E404A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02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3A3A"/>
                </a:solidFill>
              </a:defRPr>
            </a:pPr>
            <a:r>
              <a:rPr sz="1500" b="1">
                <a:solidFill>
                  <a:srgbClr val="403A3A"/>
                </a:solidFill>
              </a:rPr>
              <a:t>우리의 첫 이야기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043791-1A17-49E0-9317-80BACBCD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47875"/>
            <a:ext cx="2971800" cy="10096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936F96-6275-4FBF-B819-D04F5524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05025"/>
            <a:ext cx="2705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03A3A"/>
                </a:solidFill>
              </a:defRPr>
            </a:pPr>
            <a:r>
              <a:rPr sz="1125" b="1">
                <a:solidFill>
                  <a:srgbClr val="403A3A"/>
                </a:solidFill>
              </a:rPr>
              <a:t>사진과 마음을 모아</a:t>
            </a:r>
          </a:p>
          <a:p xmlns:a="http://schemas.openxmlformats.org/drawingml/2006/main">
            <a:pPr algn="ctr">
              <a:defRPr sz="1125" b="1">
                <a:solidFill>
                  <a:srgbClr val="403A3A"/>
                </a:solidFill>
              </a:defRPr>
            </a:pPr>
            <a:r>
              <a:rPr sz="1125" b="1">
                <a:solidFill>
                  <a:srgbClr val="403A3A"/>
                </a:solidFill>
              </a:rPr>
              <a:t>아이에게 전할 이야기로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7FB4C7-E0BF-4935-B3BA-92E7F863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52775"/>
            <a:ext cx="2971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CBF30-B2B6-498C-9660-ACB972DB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9925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엄마와 배우자가 함께 쓰는 성장 앨범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9C91BE-BF4C-4DE6-A85B-74BD9DFD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00475"/>
            <a:ext cx="29718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C97B84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B5177B-F897-4788-AC6D-5B6FC9FE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5762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시작하기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1B512D-7600-4005-9EEC-90E017EE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1445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C5962"/>
                </a:solidFill>
              </a:defRPr>
            </a:pPr>
            <a:r>
              <a:rPr sz="1725" b="1">
                <a:solidFill>
                  <a:srgbClr val="9C5962"/>
                </a:solidFill>
              </a:rPr>
              <a:t>첫 화면에서 앱의 감정적 가치와 공동 기록 방식을 한 문장으로 이해한다.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3C4626-CCD2-4C79-8026-CAA61E60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화면 구성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663D2A-FCAD-481E-BE06-F1E5008A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638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가제 로고와 따뜻한 한 줄 소개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임신·출산·육아를 잇는 짧은 설명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큰 ‘시작하기’ 버튼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2A3EF9-46BD-4307-9EDB-6E636564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사용자 행동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57C18-F7C5-48CD-BF63-88D8EC43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시작하기를 눌러 최초 설정으로 이동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668137-9554-45EA-AB47-F8898503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38800"/>
            <a:ext cx="63817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EEEAF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633BB7-4723-4415-BC02-B983D80B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3405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3A3A"/>
                </a:solidFill>
              </a:defRPr>
            </a:pPr>
            <a:r>
              <a:rPr sz="1200" b="1">
                <a:solidFill>
                  <a:srgbClr val="403A3A"/>
                </a:solidFill>
              </a:rPr>
              <a:t>다음/예외  ·  S02 아기 정보 설정</a:t>
            </a:r>
          </a:p>
        </p:txBody>
      </p:sp>
    </p:spTree>
    <p:extLst>
      <p:ext uri="{BB962C8B-B14F-4D97-AF65-F5344CB8AC3E}">
        <p14:creationId xmlns:p14="http://schemas.microsoft.com/office/powerpoint/2010/main" val="5875563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1F54B2-34C2-4328-A4FA-1878C90A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7B84"/>
                </a:solidFill>
              </a:defRPr>
            </a:pPr>
            <a:r>
              <a:rPr sz="825" b="1">
                <a:solidFill>
                  <a:srgbClr val="C97B84"/>
                </a:solidFill>
              </a:rPr>
              <a:t>ONBOARDING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A5236-C1C6-411F-9199-EAABBC80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03A3A"/>
                </a:solidFill>
              </a:defRPr>
            </a:pPr>
            <a:r>
              <a:rPr sz="2700" b="1">
                <a:solidFill>
                  <a:srgbClr val="403A3A"/>
                </a:solidFill>
              </a:rPr>
              <a:t>S02. 아기 이름과 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EBA5D9-CC87-4BFD-86A4-F10A84E2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6A6A"/>
                </a:solidFill>
              </a:defRPr>
            </a:pPr>
            <a:r>
              <a:rPr sz="975" b="1">
                <a:solidFill>
                  <a:srgbClr val="716A6A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DC1B5-B478-48AB-8538-D24F20A9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BCDCA-8FE0-47B7-9468-634445D1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3429000" cy="5048250"/>
          </a:xfrm>
          <a:prstGeom xmlns:a="http://schemas.openxmlformats.org/drawingml/2006/main" prst="roundRect">
            <a:avLst>
              <a:gd name="adj" fmla="val 9444"/>
            </a:avLst>
          </a:prstGeom>
          <a:solidFill xmlns:a="http://schemas.openxmlformats.org/drawingml/2006/main">
            <a:srgbClr val="514A4A"/>
          </a:solidFill>
          <a:ln xmlns:a="http://schemas.openxmlformats.org/drawingml/2006/main" w="9525">
            <a:solidFill>
              <a:srgbClr val="514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E852C-7F91-474A-93A4-E9688F97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52550"/>
            <a:ext cx="3238500" cy="48577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FFFD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51A48-2CEC-4054-B02A-686D960D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28750"/>
            <a:ext cx="914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D6D1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CA35E-EFE4-40D4-A596-70D3E44A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02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3A3A"/>
                </a:solidFill>
              </a:defRPr>
            </a:pPr>
            <a:r>
              <a:rPr sz="1500" b="1">
                <a:solidFill>
                  <a:srgbClr val="403A3A"/>
                </a:solidFill>
              </a:rPr>
              <a:t>아기를 소개해주세요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5C265-65DD-44A6-92A4-B4EBF282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47875"/>
            <a:ext cx="29718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86626-A2B4-4F1A-B6C1-AC12DF69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05025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태명 또는 이름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95EE67-14BC-4FD3-A6C2-279D4B45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76525"/>
            <a:ext cx="29718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63D65-9E8B-4CBA-8092-DE7037CD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33675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03A3A"/>
                </a:solidFill>
              </a:defRPr>
            </a:pPr>
            <a:r>
              <a:rPr sz="1125" b="1">
                <a:solidFill>
                  <a:srgbClr val="403A3A"/>
                </a:solidFill>
              </a:rPr>
              <a:t>현재 단계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CB922E-08B4-4E3B-BAAE-78442CD3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8763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B9A384-5A54-4675-8249-3E2F38C6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623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임신 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B60305-4B25-4DC0-9244-FEE69856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143250"/>
            <a:ext cx="8763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92537F-63B1-48D2-8AD4-43F6EE73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623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출산 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97A8C8-1CB8-4B49-B57E-E1207F6D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48075"/>
            <a:ext cx="29718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C97B84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DE9992-692A-4619-AFD0-86075B36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0522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다음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1BB36A-A631-4BAD-BC97-84CB15AE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1445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C5962"/>
                </a:solidFill>
              </a:defRPr>
            </a:pPr>
            <a:r>
              <a:rPr sz="1725" b="1">
                <a:solidFill>
                  <a:srgbClr val="9C5962"/>
                </a:solidFill>
              </a:rPr>
              <a:t>주수/개월 수 자동 계산에 필요한 최소 정보를 부담 없이 시작한다.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E8085B-4E2F-46A1-A6A0-80EE3AA3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화면 구성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3588A9-7201-464A-9512-E463FD37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638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태명/이름 입력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임신 중·출산 후 단일 선택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단계에 따라 다음 화면 날짜 라벨 변경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0A0F7D-6841-4534-BC4B-FBDB97EF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사용자 행동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4D6E0E-8877-450C-9B4C-C7874177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38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이름 입력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현재 단계 선택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다음으로 이동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00B9CB-F69D-43A8-83A0-50FF9C37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38800"/>
            <a:ext cx="63817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EEEAF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E74653-3E9D-43E1-9D46-52DEF840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3405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3A3A"/>
                </a:solidFill>
              </a:defRPr>
            </a:pPr>
            <a:r>
              <a:rPr sz="1200" b="1">
                <a:solidFill>
                  <a:srgbClr val="403A3A"/>
                </a:solidFill>
              </a:rPr>
              <a:t>다음/예외  ·  필수값이 없으면 입력란 아래 오류 표시</a:t>
            </a:r>
          </a:p>
        </p:txBody>
      </p:sp>
    </p:spTree>
    <p:extLst>
      <p:ext uri="{BB962C8B-B14F-4D97-AF65-F5344CB8AC3E}">
        <p14:creationId xmlns:p14="http://schemas.microsoft.com/office/powerpoint/2010/main" val="1495703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D095BF-FBFF-4E0E-8CEF-41E31731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7B84"/>
                </a:solidFill>
              </a:defRPr>
            </a:pPr>
            <a:r>
              <a:rPr sz="825" b="1">
                <a:solidFill>
                  <a:srgbClr val="C97B84"/>
                </a:solidFill>
              </a:rPr>
              <a:t>ONBOARDING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3CFF0-2940-446D-851A-B379DAB1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03A3A"/>
                </a:solidFill>
              </a:defRPr>
            </a:pPr>
            <a:r>
              <a:rPr sz="2700" b="1">
                <a:solidFill>
                  <a:srgbClr val="403A3A"/>
                </a:solidFill>
              </a:rPr>
              <a:t>S03. 예정일 또는 생년월일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EC936-15CD-468F-B48A-F0440D91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6A6A"/>
                </a:solidFill>
              </a:defRPr>
            </a:pPr>
            <a:r>
              <a:rPr sz="975" b="1">
                <a:solidFill>
                  <a:srgbClr val="716A6A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1C36B4-9498-4A02-973D-947C385F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5A6A9-EA9F-44A0-AF5E-FB0FB6D4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3429000" cy="5048250"/>
          </a:xfrm>
          <a:prstGeom xmlns:a="http://schemas.openxmlformats.org/drawingml/2006/main" prst="roundRect">
            <a:avLst>
              <a:gd name="adj" fmla="val 9444"/>
            </a:avLst>
          </a:prstGeom>
          <a:solidFill xmlns:a="http://schemas.openxmlformats.org/drawingml/2006/main">
            <a:srgbClr val="514A4A"/>
          </a:solidFill>
          <a:ln xmlns:a="http://schemas.openxmlformats.org/drawingml/2006/main" w="9525">
            <a:solidFill>
              <a:srgbClr val="514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F0218-E130-445F-8447-F98276B9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52550"/>
            <a:ext cx="3238500" cy="48577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FFFD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922860-5CDD-46DE-B5A4-828FB385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28750"/>
            <a:ext cx="914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D6D1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FFCC9B-7C04-4727-8121-4AC9481B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02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3A3A"/>
                </a:solidFill>
              </a:defRPr>
            </a:pPr>
            <a:r>
              <a:rPr sz="1500" b="1">
                <a:solidFill>
                  <a:srgbClr val="403A3A"/>
                </a:solidFill>
              </a:rPr>
              <a:t>우리의 시간을 맞춰볼게요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820451-C620-409F-8E9C-0AD8941A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47875"/>
            <a:ext cx="2971800" cy="342900"/>
          </a:xfrm>
          <a:prstGeom xmlns:a="http://schemas.openxmlformats.org/drawingml/2006/main" prst="roundRect">
            <a:avLst>
              <a:gd name="adj" fmla="val 3888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6AC00C-1757-4FD7-8F11-8056B35A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05025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03A3A"/>
                </a:solidFill>
              </a:defRPr>
            </a:pPr>
            <a:r>
              <a:rPr sz="1125" b="1">
                <a:solidFill>
                  <a:srgbClr val="403A3A"/>
                </a:solidFill>
              </a:rPr>
              <a:t>출산 예정일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6D000C-859A-47E5-A707-135B9C50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86025"/>
            <a:ext cx="2971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4BC153-8DB4-4E02-8DAE-03C4CFCB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43175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2027. 02. 27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0D781-33C0-4E1A-84BB-6A85802F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33725"/>
            <a:ext cx="29718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3CFDD8-3A90-4CA4-876D-E1EFBDF2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90875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현재 11주 6일로 계산돼요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770BFF-113C-4BDC-92CF-18304D4D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86175"/>
            <a:ext cx="29718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C97B84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51CB75-BAC7-4500-A1E7-22827EE4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4332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다음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ECE37B-4F58-42D2-958D-D516DEDE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1445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C5962"/>
                </a:solidFill>
              </a:defRPr>
            </a:pPr>
            <a:r>
              <a:rPr sz="1725" b="1">
                <a:solidFill>
                  <a:srgbClr val="9C5962"/>
                </a:solidFill>
              </a:rPr>
              <a:t>하나의 날짜 입력으로 임신 주수 또는 아기 개월 수를 자동 계산한다.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A9B2A3-34C9-430C-8D5B-1E808877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화면 구성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54AEF9-DCF8-467B-AA7A-91F4ACE9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638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달력 날짜 선택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자동 계산 결과 미리보기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출산 후 단계에서는 생년월일로 라벨 전환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0FCF25-BF71-4BAE-9635-496E3AEC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사용자 행동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DF2B30-C51E-4070-90A4-11782E37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날짜 선택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계산 결과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00381E-3708-4EFE-A8C8-FFF97538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38800"/>
            <a:ext cx="63817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EEEAF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F91F17-53B3-4892-9149-68269AFE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3405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3A3A"/>
                </a:solidFill>
              </a:defRPr>
            </a:pPr>
            <a:r>
              <a:rPr sz="1200" b="1">
                <a:solidFill>
                  <a:srgbClr val="403A3A"/>
                </a:solidFill>
              </a:rPr>
              <a:t>다음/예외  ·  S04 부모 표시 이름</a:t>
            </a:r>
          </a:p>
        </p:txBody>
      </p:sp>
    </p:spTree>
    <p:extLst>
      <p:ext uri="{BB962C8B-B14F-4D97-AF65-F5344CB8AC3E}">
        <p14:creationId xmlns:p14="http://schemas.microsoft.com/office/powerpoint/2010/main" val="8499000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D44888-5229-4782-8655-0A533AF3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7B84"/>
                </a:solidFill>
              </a:defRPr>
            </a:pPr>
            <a:r>
              <a:rPr sz="825" b="1">
                <a:solidFill>
                  <a:srgbClr val="C97B84"/>
                </a:solidFill>
              </a:rPr>
              <a:t>ONBOARDING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8B93D-0772-42E6-8EEA-2EBE527B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03A3A"/>
                </a:solidFill>
              </a:defRPr>
            </a:pPr>
            <a:r>
              <a:rPr sz="2700" b="1">
                <a:solidFill>
                  <a:srgbClr val="403A3A"/>
                </a:solidFill>
              </a:rPr>
              <a:t>S04. 부모 표시 이름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83F2A8-E0FD-4085-B458-2507A097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6A6A"/>
                </a:solidFill>
              </a:defRPr>
            </a:pPr>
            <a:r>
              <a:rPr sz="975" b="1">
                <a:solidFill>
                  <a:srgbClr val="716A6A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F7741-1C24-4047-BA63-BADE00DD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7C51F-F0E5-4828-9B79-59AE7124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3429000" cy="5048250"/>
          </a:xfrm>
          <a:prstGeom xmlns:a="http://schemas.openxmlformats.org/drawingml/2006/main" prst="roundRect">
            <a:avLst>
              <a:gd name="adj" fmla="val 9444"/>
            </a:avLst>
          </a:prstGeom>
          <a:solidFill xmlns:a="http://schemas.openxmlformats.org/drawingml/2006/main">
            <a:srgbClr val="514A4A"/>
          </a:solidFill>
          <a:ln xmlns:a="http://schemas.openxmlformats.org/drawingml/2006/main" w="9525">
            <a:solidFill>
              <a:srgbClr val="514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1D731E-E4A1-4014-B6B0-7FA37F18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52550"/>
            <a:ext cx="3238500" cy="48577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FFFD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556D9-480F-49B7-99EE-93711FA6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28750"/>
            <a:ext cx="914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D6D1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3401A-E8B9-423E-98B5-9F0BADA2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02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3A3A"/>
                </a:solidFill>
              </a:defRPr>
            </a:pPr>
            <a:r>
              <a:rPr sz="1500" b="1">
                <a:solidFill>
                  <a:srgbClr val="403A3A"/>
                </a:solidFill>
              </a:rPr>
              <a:t>함께 기록할 이름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FC75B6-BCFC-41CE-8028-7EFCFBBE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47875"/>
            <a:ext cx="29718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53500-9319-4EA1-AAD1-250DBBF6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05025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엄마 표시 이름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12EC64-9314-4E45-8CDC-0B350072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57475"/>
            <a:ext cx="29718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9A295C-4A95-4327-AECA-5720FA7D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4625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배우자 표시 이름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3B7F5A-0E49-44D7-A9EC-B493A794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8763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E64624-47B5-4DE4-BDDB-FD0FCE06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엄마 · 핑크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0B606D-5AA7-4E81-B974-116F540A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14700"/>
            <a:ext cx="8763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E75C42-059A-4E88-A453-FA0F4B43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배우자 · 세이지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437C3C-54F7-4A99-ADCA-CF7B2C90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9525"/>
            <a:ext cx="29718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C97B84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E3A521-2F96-48E8-AA5B-EF8D0EA3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7667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가족 앨범 만들기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EABE5D-4CE7-41F8-843C-98F7F458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1445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C5962"/>
                </a:solidFill>
              </a:defRPr>
            </a:pPr>
            <a:r>
              <a:rPr sz="1725" b="1">
                <a:solidFill>
                  <a:srgbClr val="9C5962"/>
                </a:solidFill>
              </a:rPr>
              <a:t>공동편집에서 누가 작성하고 있는지 자연스럽게 구분한다.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87F27C-0DF9-4E5C-92D5-F868DF12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화면 구성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001808-9D2C-4AB7-A324-71D1D890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638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엄마·배우자 표시 이름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색상+텍스트로 역할 미리보기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가족 앨범 생성 CTA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48E632-B0EA-4792-AC2F-E0928294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사용자 행동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956C7A-FD43-41A2-A5FF-D61FF261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표시 이름 입력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가족 앨범 생성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F3BE13-BF35-4041-86DE-28C968D3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38800"/>
            <a:ext cx="63817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EEEAF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47C8FC-9F0D-4BE1-B479-F9B11EC7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3405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3A3A"/>
                </a:solidFill>
              </a:defRPr>
            </a:pPr>
            <a:r>
              <a:rPr sz="1200" b="1">
                <a:solidFill>
                  <a:srgbClr val="403A3A"/>
                </a:solidFill>
              </a:rPr>
              <a:t>다음/예외  ·  생성 성공 시 S05 완료</a:t>
            </a:r>
          </a:p>
        </p:txBody>
      </p:sp>
    </p:spTree>
    <p:extLst>
      <p:ext uri="{BB962C8B-B14F-4D97-AF65-F5344CB8AC3E}">
        <p14:creationId xmlns:p14="http://schemas.microsoft.com/office/powerpoint/2010/main" val="1827062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E2385C-644B-4182-A87B-956FCE30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7B84"/>
                </a:solidFill>
              </a:defRPr>
            </a:pPr>
            <a:r>
              <a:rPr sz="825" b="1">
                <a:solidFill>
                  <a:srgbClr val="C97B84"/>
                </a:solidFill>
              </a:rPr>
              <a:t>ONBOARDING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BD06E-7E47-4F73-AFA6-9B9571AF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03A3A"/>
                </a:solidFill>
              </a:defRPr>
            </a:pPr>
            <a:r>
              <a:rPr sz="2700" b="1">
                <a:solidFill>
                  <a:srgbClr val="403A3A"/>
                </a:solidFill>
              </a:rPr>
              <a:t>S05. 가족 앨범 생성 완료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3DA76-CF50-462E-BB78-24C0D600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6A6A"/>
                </a:solidFill>
              </a:defRPr>
            </a:pPr>
            <a:r>
              <a:rPr sz="975" b="1">
                <a:solidFill>
                  <a:srgbClr val="716A6A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15198A-F137-4B3F-B45C-8D18474C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DA445-E14A-48EF-B3B9-CCF10909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3429000" cy="5048250"/>
          </a:xfrm>
          <a:prstGeom xmlns:a="http://schemas.openxmlformats.org/drawingml/2006/main" prst="roundRect">
            <a:avLst>
              <a:gd name="adj" fmla="val 9444"/>
            </a:avLst>
          </a:prstGeom>
          <a:solidFill xmlns:a="http://schemas.openxmlformats.org/drawingml/2006/main">
            <a:srgbClr val="514A4A"/>
          </a:solidFill>
          <a:ln xmlns:a="http://schemas.openxmlformats.org/drawingml/2006/main" w="9525">
            <a:solidFill>
              <a:srgbClr val="514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4D46A-2B99-4BF2-8314-22F63E81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52550"/>
            <a:ext cx="3238500" cy="48577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FFFD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84350-3CCB-425A-A8EC-26C4CBC8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28750"/>
            <a:ext cx="914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D6D1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15BFE-7B48-461E-A97C-A78592D7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02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3A3A"/>
                </a:solidFill>
              </a:defRPr>
            </a:pPr>
            <a:r>
              <a:rPr sz="1500" b="1">
                <a:solidFill>
                  <a:srgbClr val="403A3A"/>
                </a:solidFill>
              </a:rPr>
              <a:t>앨범이 준비됐어요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6AD28-79EE-4917-B477-58FFE4C0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47875"/>
            <a:ext cx="29718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D3713E-1A36-4236-9E9B-44E12C9D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05025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03A3A"/>
                </a:solidFill>
              </a:defRPr>
            </a:pPr>
            <a:r>
              <a:rPr sz="1125" b="1">
                <a:solidFill>
                  <a:srgbClr val="403A3A"/>
                </a:solidFill>
              </a:rPr>
              <a:t>콩콩이의 첫 이야기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92AFC5-BEAC-4848-9E10-9FF1403C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0375"/>
            <a:ext cx="29718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D5DF63-EE47-42D4-9CC9-44621B03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5752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03A3A"/>
                </a:solidFill>
              </a:defRPr>
            </a:pPr>
            <a:r>
              <a:rPr sz="1125" b="1">
                <a:solidFill>
                  <a:srgbClr val="403A3A"/>
                </a:solidFill>
              </a:rPr>
              <a:t>배우자 초대하기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31280A-594D-47AE-A236-17A8EFF3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90925"/>
            <a:ext cx="29718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C97B84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5E6C83-2202-4EFF-B17C-1CB9FF3C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4807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첫 기록 남기기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05D422-D294-449B-BC05-0CF67DAD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1445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C5962"/>
                </a:solidFill>
              </a:defRPr>
            </a:pPr>
            <a:r>
              <a:rPr sz="1725" b="1">
                <a:solidFill>
                  <a:srgbClr val="9C5962"/>
                </a:solidFill>
              </a:rPr>
              <a:t>설정 완료의 기쁨을 주고 첫 기록 또는 배우자 초대로 연결한다.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2D6A5F-8388-481C-B455-91B58CCA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화면 구성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63B8E3-031F-4948-85AB-A43843FD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아기 이름이 들어간 완료 카드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초대와 첫 기록 두 개의 다음 행동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CE0730-5046-4525-AB8A-AAAA060F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사용자 행동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3CEFDB-20EC-48C2-ADA4-52ADAC3B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배우자 초대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또는 혼자 첫 기록 시작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8DE46B-3C6D-4DB0-A679-F88AC454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38800"/>
            <a:ext cx="63817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EEEAF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80D8D9-F050-4395-B224-9B0023EE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3405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3A3A"/>
                </a:solidFill>
              </a:defRPr>
            </a:pPr>
            <a:r>
              <a:rPr sz="1200" b="1">
                <a:solidFill>
                  <a:srgbClr val="403A3A"/>
                </a:solidFill>
              </a:rPr>
              <a:t>다음/예외  ·  초대 선택 시 S06, 기록 선택 시 S10</a:t>
            </a:r>
          </a:p>
        </p:txBody>
      </p:sp>
    </p:spTree>
    <p:extLst>
      <p:ext uri="{BB962C8B-B14F-4D97-AF65-F5344CB8AC3E}">
        <p14:creationId xmlns:p14="http://schemas.microsoft.com/office/powerpoint/2010/main" val="15962198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A6504A-C1AE-464D-921D-62B773AB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7B84"/>
                </a:solidFill>
              </a:defRPr>
            </a:pPr>
            <a:r>
              <a:rPr sz="825" b="1">
                <a:solidFill>
                  <a:srgbClr val="C97B84"/>
                </a:solidFill>
              </a:rPr>
              <a:t>COLLABORATION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ECCBB-1395-4BF3-93B9-B49AA17D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03A3A"/>
                </a:solidFill>
              </a:defRPr>
            </a:pPr>
            <a:r>
              <a:rPr sz="2700" b="1">
                <a:solidFill>
                  <a:srgbClr val="403A3A"/>
                </a:solidFill>
              </a:rPr>
              <a:t>S06. 초대 링크와 6자리 PIN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E33B2-B964-4586-B0A6-D50EC0A9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6A6A"/>
                </a:solidFill>
              </a:defRPr>
            </a:pPr>
            <a:r>
              <a:rPr sz="975" b="1">
                <a:solidFill>
                  <a:srgbClr val="716A6A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669E3-F0FA-4C70-BC2C-1110D1EC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960CC-3B8F-41C7-9C78-30040407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3429000" cy="5048250"/>
          </a:xfrm>
          <a:prstGeom xmlns:a="http://schemas.openxmlformats.org/drawingml/2006/main" prst="roundRect">
            <a:avLst>
              <a:gd name="adj" fmla="val 9444"/>
            </a:avLst>
          </a:prstGeom>
          <a:solidFill xmlns:a="http://schemas.openxmlformats.org/drawingml/2006/main">
            <a:srgbClr val="514A4A"/>
          </a:solidFill>
          <a:ln xmlns:a="http://schemas.openxmlformats.org/drawingml/2006/main" w="9525">
            <a:solidFill>
              <a:srgbClr val="514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C5802-95F7-46AB-9305-BB768DEE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52550"/>
            <a:ext cx="3238500" cy="48577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FFFD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762A3-B0C9-468C-B401-EDB39BE9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28750"/>
            <a:ext cx="914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D6D1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E95DE-E55A-4EA2-92E2-A9354178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02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3A3A"/>
                </a:solidFill>
              </a:defRPr>
            </a:pPr>
            <a:r>
              <a:rPr sz="1500" b="1">
                <a:solidFill>
                  <a:srgbClr val="403A3A"/>
                </a:solidFill>
              </a:rPr>
              <a:t>배우자를 초대해요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64D1D-DF01-46F9-9168-B8FDC423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47875"/>
            <a:ext cx="2971800" cy="381000"/>
          </a:xfrm>
          <a:prstGeom xmlns:a="http://schemas.openxmlformats.org/drawingml/2006/main" prst="roundRect">
            <a:avLst>
              <a:gd name="adj" fmla="val 350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365E88-A154-4F9E-821F-3A379623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05025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03A3A"/>
                </a:solidFill>
              </a:defRPr>
            </a:pPr>
            <a:r>
              <a:rPr sz="1125" b="1">
                <a:solidFill>
                  <a:srgbClr val="403A3A"/>
                </a:solidFill>
              </a:rPr>
              <a:t>초대 링크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BD7DE4-CB69-4808-940B-5E3B9F08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24125"/>
            <a:ext cx="29718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963794-BE86-46E5-AF2B-9C372B32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81275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ourstory.app/join/••••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77D39-2C7C-411B-B3E3-AAA657C3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33725"/>
            <a:ext cx="29718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B79AD4-6310-4F55-A90F-7B6336DC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90875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03A3A"/>
                </a:solidFill>
              </a:defRPr>
            </a:pPr>
            <a:r>
              <a:rPr sz="1125" b="1">
                <a:solidFill>
                  <a:srgbClr val="403A3A"/>
                </a:solidFill>
              </a:rPr>
              <a:t>PIN  482 731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189975-D447-4F1F-B4C3-31FA76E8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8763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EADCBF-CA06-47C1-9635-F7F160BC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243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링크 복사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28B8CA-D491-4CFA-97FD-F5011A35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905250"/>
            <a:ext cx="8763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6F597B-3D24-47E7-9668-94A8EFC3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243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PIN 복사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B4CD4B-E456-4BA3-BC7D-95AB4AA5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05250"/>
            <a:ext cx="552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659459-78FC-46F9-85CC-316C6700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243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공유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670EA3-3E70-4E8C-AEB4-1F5872EF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1445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C5962"/>
                </a:solidFill>
              </a:defRPr>
            </a:pPr>
            <a:r>
              <a:rPr sz="1725" b="1">
                <a:solidFill>
                  <a:srgbClr val="9C5962"/>
                </a:solidFill>
              </a:rPr>
              <a:t>민감한 가족 기록을 링크와 별도 PIN으로 안전하게 공유한다.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060A61-7A09-4D33-A9BF-35105F34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화면 구성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F7D596-EE5E-4C0A-BE6D-DE34A40D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638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초대 링크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URL에 포함되지 않는 6자리 PIN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복사·공유·만료 안내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F9C788-E413-4BE1-B8A7-6EA9F69C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사용자 행동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1DF85B-2644-4691-B5FC-6B8F3DDF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링크/PIN 복사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시스템 공유 시트 열기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3A4DDB-27D4-485A-8EF8-2B8B8945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38800"/>
            <a:ext cx="63817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EEEAF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7510A1-2F42-4350-A660-2B0ECD05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3405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3A3A"/>
                </a:solidFill>
              </a:defRPr>
            </a:pPr>
            <a:r>
              <a:rPr sz="1200" b="1">
                <a:solidFill>
                  <a:srgbClr val="403A3A"/>
                </a:solidFill>
              </a:rPr>
              <a:t>다음/예외  ·  설정에서 언제든 만료·재발급</a:t>
            </a:r>
          </a:p>
        </p:txBody>
      </p:sp>
    </p:spTree>
    <p:extLst>
      <p:ext uri="{BB962C8B-B14F-4D97-AF65-F5344CB8AC3E}">
        <p14:creationId xmlns:p14="http://schemas.microsoft.com/office/powerpoint/2010/main" val="16284186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DD4F99-D954-451B-8C1B-8AF21569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7B84"/>
                </a:solidFill>
              </a:defRPr>
            </a:pPr>
            <a:r>
              <a:rPr sz="825" b="1">
                <a:solidFill>
                  <a:srgbClr val="C97B84"/>
                </a:solidFill>
              </a:rPr>
              <a:t>COLLABORATION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7C3C1-56F9-48C2-ADED-7DA8F169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03A3A"/>
                </a:solidFill>
              </a:defRPr>
            </a:pPr>
            <a:r>
              <a:rPr sz="2700" b="1">
                <a:solidFill>
                  <a:srgbClr val="403A3A"/>
                </a:solidFill>
              </a:rPr>
              <a:t>S07. 초대 참여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6314F-68A3-4B69-8A61-2C06ACF8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6A6A"/>
                </a:solidFill>
              </a:defRPr>
            </a:pPr>
            <a:r>
              <a:rPr sz="975" b="1">
                <a:solidFill>
                  <a:srgbClr val="716A6A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4B120-C140-4DC4-8B32-828AC189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9F561-C6B2-48B1-9A21-598AFA9D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3429000" cy="5048250"/>
          </a:xfrm>
          <a:prstGeom xmlns:a="http://schemas.openxmlformats.org/drawingml/2006/main" prst="roundRect">
            <a:avLst>
              <a:gd name="adj" fmla="val 9444"/>
            </a:avLst>
          </a:prstGeom>
          <a:solidFill xmlns:a="http://schemas.openxmlformats.org/drawingml/2006/main">
            <a:srgbClr val="514A4A"/>
          </a:solidFill>
          <a:ln xmlns:a="http://schemas.openxmlformats.org/drawingml/2006/main" w="9525">
            <a:solidFill>
              <a:srgbClr val="514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50B93-3503-4B10-9730-614A96FA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52550"/>
            <a:ext cx="3238500" cy="48577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FFFD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6E25D-0C24-4481-AC69-C876C94A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28750"/>
            <a:ext cx="914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D6D1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A7E87B-C879-440B-A8B3-327E3660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02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3A3A"/>
                </a:solidFill>
              </a:defRPr>
            </a:pPr>
            <a:r>
              <a:rPr sz="1500" b="1">
                <a:solidFill>
                  <a:srgbClr val="403A3A"/>
                </a:solidFill>
              </a:rPr>
              <a:t>함께 기록할게요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B6EF7-75BF-475F-AFA8-5C90A0BF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47875"/>
            <a:ext cx="29718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B6F4BC-6DCE-4F3C-B6EE-E42A1487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05025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6자리 PIN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D2F06-8874-44A2-900E-B9AAE124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57475"/>
            <a:ext cx="29718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B4424-AA30-4DD1-9E0C-C5274CF5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4625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표시 이름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939D89-6929-42A7-9FF4-32089316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67075"/>
            <a:ext cx="29718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C97B84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04DAFD-DFC0-469D-8DF1-B03B7D95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2422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가족 앨범 참여하기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53D30C-E5A1-4DA7-9716-B0FBC54E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57625"/>
            <a:ext cx="2971800" cy="438150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C661AF-3C10-4E66-8A6F-43A4FD83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1477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링크는 초대자가 언제든 만료할 수 있어요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4FD026-2B75-4C00-8EDA-16EE3D2D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1445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C5962"/>
                </a:solidFill>
              </a:defRPr>
            </a:pPr>
            <a:r>
              <a:rPr sz="1725" b="1">
                <a:solidFill>
                  <a:srgbClr val="9C5962"/>
                </a:solidFill>
              </a:rPr>
              <a:t>회원가입 없이 PIN과 표시 이름만으로 가족 앨범에 참여한다.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403DC3-47F9-49BE-A98C-232BB907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화면 구성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CFB82B-9492-470B-8DCE-C5D06DC9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638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PIN 입력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표시 이름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보안 안내와 참여 CTA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DC0E94-3B1A-47F1-94A1-BC5F596D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사용자 행동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D7DC7B-8044-4E3F-9C1A-A023713F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PIN·이름 입력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인증 성공 후 전체 타임라인 진입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6603BB-D026-405F-83BF-BFD1B626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38800"/>
            <a:ext cx="63817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EEEAF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E5E8C3-5321-4AC2-AC39-083EAC04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3405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3A3A"/>
                </a:solidFill>
              </a:defRPr>
            </a:pPr>
            <a:r>
              <a:rPr sz="1200" b="1">
                <a:solidFill>
                  <a:srgbClr val="403A3A"/>
                </a:solidFill>
              </a:rPr>
              <a:t>다음/예외  ·  오류·만료 시 인라인 안내</a:t>
            </a:r>
          </a:p>
        </p:txBody>
      </p:sp>
    </p:spTree>
    <p:extLst>
      <p:ext uri="{BB962C8B-B14F-4D97-AF65-F5344CB8AC3E}">
        <p14:creationId xmlns:p14="http://schemas.microsoft.com/office/powerpoint/2010/main" val="14210516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96D314-9B92-44E1-9678-33626B13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7B84"/>
                </a:solidFill>
              </a:defRPr>
            </a:pPr>
            <a:r>
              <a:rPr sz="825" b="1">
                <a:solidFill>
                  <a:srgbClr val="C97B84"/>
                </a:solidFill>
              </a:rPr>
              <a:t>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22D55-A545-4F3B-8180-FCEBE0E0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03A3A"/>
                </a:solidFill>
              </a:defRPr>
            </a:pPr>
            <a:r>
              <a:rPr sz="2700" b="1">
                <a:solidFill>
                  <a:srgbClr val="403A3A"/>
                </a:solidFill>
              </a:rPr>
              <a:t>S08. 타임라인 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DA37B-C232-45ED-8105-A959A766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6A6A"/>
                </a:solidFill>
              </a:defRPr>
            </a:pPr>
            <a:r>
              <a:rPr sz="975" b="1">
                <a:solidFill>
                  <a:srgbClr val="716A6A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F5528-D408-47CD-9882-CD488BF9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30E84-756C-42C3-A9C8-A90DD477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3429000" cy="5048250"/>
          </a:xfrm>
          <a:prstGeom xmlns:a="http://schemas.openxmlformats.org/drawingml/2006/main" prst="roundRect">
            <a:avLst>
              <a:gd name="adj" fmla="val 9444"/>
            </a:avLst>
          </a:prstGeom>
          <a:solidFill xmlns:a="http://schemas.openxmlformats.org/drawingml/2006/main">
            <a:srgbClr val="514A4A"/>
          </a:solidFill>
          <a:ln xmlns:a="http://schemas.openxmlformats.org/drawingml/2006/main" w="9525">
            <a:solidFill>
              <a:srgbClr val="514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037AA-A55E-4DF1-A5BA-94729F67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52550"/>
            <a:ext cx="3238500" cy="48577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FFFD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34D7C-A749-42AC-8672-DB11F884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28750"/>
            <a:ext cx="914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D6D1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B2888B-706B-4DEF-8087-6CFAC783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02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3A3A"/>
                </a:solidFill>
              </a:defRPr>
            </a:pPr>
            <a:r>
              <a:rPr sz="1500" b="1">
                <a:solidFill>
                  <a:srgbClr val="403A3A"/>
                </a:solidFill>
              </a:rPr>
              <a:t>콩콩이의 시간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8BB86-B566-4C1B-B1CA-6C10ABEC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87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243622-3865-477C-8708-474F7D78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145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11주 6일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4F789B-8307-4882-8C9A-BB4DB17D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95500"/>
            <a:ext cx="87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27D43E-71C4-441F-B110-600596EA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145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전체 기록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D35E87-3228-4572-9512-E07D8784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95500"/>
            <a:ext cx="552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540ED-DBA5-430F-9EE7-283E51C8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14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필터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B74A32-1E85-4F7A-A38C-DE2EA4E9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62225"/>
            <a:ext cx="297180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FA0E4F-F596-4310-8DB7-75E4BBF8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38425"/>
            <a:ext cx="27432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16A6A"/>
                </a:solidFill>
              </a:defRPr>
            </a:pPr>
            <a:r>
              <a:rPr sz="1200" b="1">
                <a:solidFill>
                  <a:srgbClr val="716A6A"/>
                </a:solidFill>
              </a:rPr>
              <a:t>첫 초음파를 본 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4623FE-64B6-4B86-B3D3-D2DF6B82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57600"/>
            <a:ext cx="29718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366D46-2066-4B26-BC7C-23D7EDE1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1475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설렘 · 검진 · 엄마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6C9B86-46DA-4AFE-AEA9-C0393A19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29718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D5233-35B7-41E7-A84F-CE84136B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48150"/>
            <a:ext cx="2743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16A6A"/>
                </a:solidFill>
              </a:defRPr>
            </a:pPr>
            <a:r>
              <a:rPr sz="1200" b="1">
                <a:solidFill>
                  <a:srgbClr val="716A6A"/>
                </a:solidFill>
              </a:rPr>
              <a:t>처음 마음을 확인한 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3FAD75-DF92-4A25-B4C9-AEBF710F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34050"/>
            <a:ext cx="30099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0439E0-380E-4B47-A0A4-2A9631EF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816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16A6A"/>
                </a:solidFill>
              </a:defRPr>
            </a:pPr>
            <a:r>
              <a:rPr sz="900" b="1">
                <a:solidFill>
                  <a:srgbClr val="716A6A"/>
                </a:solidFill>
              </a:rPr>
              <a:t>타임라인      + 기록      이야기      설정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16E756-7453-4F38-BF24-48A887A4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1445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C5962"/>
                </a:solidFill>
              </a:defRPr>
            </a:pPr>
            <a:r>
              <a:rPr sz="1725" b="1">
                <a:solidFill>
                  <a:srgbClr val="9C5962"/>
                </a:solidFill>
              </a:rPr>
              <a:t>임신부터 육아까지의 흐름을 한눈에 보고 원하는 순간으로 들어간다.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363F63-28E4-4180-B6C0-54818641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화면 구성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803B98-6661-4930-8566-BDE53CBD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638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아기 이름과 현재 주수/개월 수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필터·정렬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사진/감정/작성자가 보이는 기록 카드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89837C-9851-4034-BABE-A3858CB6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사용자 행동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BC47F8-0D2D-4CFC-BDBD-C02E45B9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38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카드 열기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필터 적용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새 기록 시작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CC062F-B575-482A-9355-09FF0A21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38800"/>
            <a:ext cx="63817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EEEAF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139D38-2D6E-46B0-BC07-58BDD9C0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3405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3A3A"/>
                </a:solidFill>
              </a:defRPr>
            </a:pPr>
            <a:r>
              <a:rPr sz="1200" b="1">
                <a:solidFill>
                  <a:srgbClr val="403A3A"/>
                </a:solidFill>
              </a:rPr>
              <a:t>다음/예외  ·  카드 → S21 앨범, 필터 → S09</a:t>
            </a:r>
          </a:p>
        </p:txBody>
      </p:sp>
    </p:spTree>
    <p:extLst>
      <p:ext uri="{BB962C8B-B14F-4D97-AF65-F5344CB8AC3E}">
        <p14:creationId xmlns:p14="http://schemas.microsoft.com/office/powerpoint/2010/main" val="9169838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D90DF0-AF70-4894-AA22-FDE8A760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7B84"/>
                </a:solidFill>
              </a:defRPr>
            </a:pPr>
            <a:r>
              <a:rPr sz="825" b="1">
                <a:solidFill>
                  <a:srgbClr val="C97B84"/>
                </a:solidFill>
              </a:rPr>
              <a:t>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402FB-E64D-47B9-875D-BF8538E8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03A3A"/>
                </a:solidFill>
              </a:defRPr>
            </a:pPr>
            <a:r>
              <a:rPr sz="2700" b="1">
                <a:solidFill>
                  <a:srgbClr val="403A3A"/>
                </a:solidFill>
              </a:rPr>
              <a:t>S09. 타임라인 필터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B966F-4A31-4EDE-817C-8CC5ED07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6A6A"/>
                </a:solidFill>
              </a:defRPr>
            </a:pPr>
            <a:r>
              <a:rPr sz="975" b="1">
                <a:solidFill>
                  <a:srgbClr val="716A6A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6E4D4-2317-42EA-A66C-FF7FE985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D0181-7AA7-4C5E-B21F-8CB8737E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3429000" cy="5048250"/>
          </a:xfrm>
          <a:prstGeom xmlns:a="http://schemas.openxmlformats.org/drawingml/2006/main" prst="roundRect">
            <a:avLst>
              <a:gd name="adj" fmla="val 9444"/>
            </a:avLst>
          </a:prstGeom>
          <a:solidFill xmlns:a="http://schemas.openxmlformats.org/drawingml/2006/main">
            <a:srgbClr val="514A4A"/>
          </a:solidFill>
          <a:ln xmlns:a="http://schemas.openxmlformats.org/drawingml/2006/main" w="9525">
            <a:solidFill>
              <a:srgbClr val="514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DE692-66C4-4C37-A7D3-5E8A7E8F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52550"/>
            <a:ext cx="3238500" cy="48577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FFFD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ED4ADD-123E-4EA6-BAD8-1258B0FA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28750"/>
            <a:ext cx="914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D6D1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38659-0681-442A-B1E5-F870E645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02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3A3A"/>
                </a:solidFill>
              </a:defRPr>
            </a:pPr>
            <a:r>
              <a:rPr sz="1500" b="1">
                <a:solidFill>
                  <a:srgbClr val="403A3A"/>
                </a:solidFill>
              </a:rPr>
              <a:t>기록을 찾아볼까요?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FF09E5-6652-4636-8541-A89182FC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47875"/>
            <a:ext cx="29718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146F5-5311-4131-9FD4-4FCC8638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05025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날짜 · 주수 · 개월 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BFA72-2C2F-465C-A484-2BE29C53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55245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E0F65-8C56-43FC-BA4E-1306DFB8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일상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7E443E-EE36-4919-B817-0A4FE3D9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47950"/>
            <a:ext cx="55245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3C9503-DA9F-40D8-A9F9-7DEE088A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670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검진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31BC57-EDC0-4AA9-A448-B0D95E3B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47950"/>
            <a:ext cx="55245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8BCCA0-EDE2-4371-9E71-8382631D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670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태동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3D43E4-F07F-47FF-B1A6-4CB7164E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47950"/>
            <a:ext cx="55245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3183A6-D524-4E27-A755-1B0C8E44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670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편지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CC5CD1-06BD-4078-AA3F-670B9BBD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55245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2CB5E0-5F96-427F-84B2-B77F6C75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행복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2AE89A-A499-4CE4-AF12-AF226671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19450"/>
            <a:ext cx="55245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C2A2DC-FE4D-4122-8EDF-28C933CE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385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설렘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D259D1-E602-4DE0-BB32-F198C4F1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19450"/>
            <a:ext cx="55245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212321-E72D-4E2D-9454-B6D48CA4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385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걱정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B24EFF-EB7D-4F6F-AC10-8F713A2E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43325"/>
            <a:ext cx="29718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C97B84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4ACDCA-4E14-42D2-AC90-265D9CCA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0047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필터 적용하기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C3A730-7C8B-47E3-A9A1-8D964BA6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34050"/>
            <a:ext cx="30099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66F75B-508C-4122-8C35-EDC49915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816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16A6A"/>
                </a:solidFill>
              </a:defRPr>
            </a:pPr>
            <a:r>
              <a:rPr sz="900" b="1">
                <a:solidFill>
                  <a:srgbClr val="716A6A"/>
                </a:solidFill>
              </a:rPr>
              <a:t>타임라인      + 기록      이야기      설정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65DE94-5D49-44EC-AE24-AA253EC6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1445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C5962"/>
                </a:solidFill>
              </a:defRPr>
            </a:pPr>
            <a:r>
              <a:rPr sz="1725" b="1">
                <a:solidFill>
                  <a:srgbClr val="9C5962"/>
                </a:solidFill>
              </a:rPr>
              <a:t>세 가지 축을 조합해 1분 안에 원하는 기록을 찾는다.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4E17EE-8B64-4527-A293-93E2A0EC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화면 구성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D009EA-3282-4F60-8131-3D301B00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6381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기간/주수·개월 수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기록 종류 다중 선택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감정 다중 선택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전체 초기화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714A6C-467D-49B9-807B-29337AE0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사용자 행동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A91C02-EF9B-49C6-B4F8-44E0C48B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조건 조합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적용 후 타임라인 칩 확인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84BB49-D5CD-4D27-925F-9FD87C21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38800"/>
            <a:ext cx="63817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EEEAF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B65F58-26E6-4EED-B55B-787D4814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3405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3A3A"/>
                </a:solidFill>
              </a:defRPr>
            </a:pPr>
            <a:r>
              <a:rPr sz="1200" b="1">
                <a:solidFill>
                  <a:srgbClr val="403A3A"/>
                </a:solidFill>
              </a:rPr>
              <a:t>다음/예외  ·  결과 없음 시 필터 수정·초기화 CTA</a:t>
            </a:r>
          </a:p>
        </p:txBody>
      </p:sp>
    </p:spTree>
    <p:extLst>
      <p:ext uri="{BB962C8B-B14F-4D97-AF65-F5344CB8AC3E}">
        <p14:creationId xmlns:p14="http://schemas.microsoft.com/office/powerpoint/2010/main" val="16251548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0722D6-8107-479D-97EF-D2A9BF38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7B84"/>
                </a:solidFill>
              </a:defRPr>
            </a:pPr>
            <a:r>
              <a:rPr sz="825" b="1">
                <a:solidFill>
                  <a:srgbClr val="C97B84"/>
                </a:solidFill>
              </a:rPr>
              <a:t>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E1DD6-B8D4-486C-8755-77996B31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03A3A"/>
                </a:solidFill>
              </a:defRPr>
            </a:pPr>
            <a:r>
              <a:rPr sz="2700" b="1">
                <a:solidFill>
                  <a:srgbClr val="403A3A"/>
                </a:solidFill>
              </a:rPr>
              <a:t>S10. 기록 종류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4E080-F131-4D35-8257-4C026498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6A6A"/>
                </a:solidFill>
              </a:defRPr>
            </a:pPr>
            <a:r>
              <a:rPr sz="975" b="1">
                <a:solidFill>
                  <a:srgbClr val="716A6A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A4D9F1-88EA-4D50-8F3A-FFE35E85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653D5-2590-4697-BCA2-1A2D1A99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3429000" cy="5048250"/>
          </a:xfrm>
          <a:prstGeom xmlns:a="http://schemas.openxmlformats.org/drawingml/2006/main" prst="roundRect">
            <a:avLst>
              <a:gd name="adj" fmla="val 9444"/>
            </a:avLst>
          </a:prstGeom>
          <a:solidFill xmlns:a="http://schemas.openxmlformats.org/drawingml/2006/main">
            <a:srgbClr val="514A4A"/>
          </a:solidFill>
          <a:ln xmlns:a="http://schemas.openxmlformats.org/drawingml/2006/main" w="9525">
            <a:solidFill>
              <a:srgbClr val="514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DB00C-833C-4A6A-A1CA-8125A80E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52550"/>
            <a:ext cx="3238500" cy="48577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FFFD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C4C24-00AD-46E4-AFEB-44409398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28750"/>
            <a:ext cx="914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D6D1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BCD85-ED34-4196-8E43-A5C99D3A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02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3A3A"/>
                </a:solidFill>
              </a:defRPr>
            </a:pPr>
            <a:r>
              <a:rPr sz="1500" b="1">
                <a:solidFill>
                  <a:srgbClr val="403A3A"/>
                </a:solidFill>
              </a:rPr>
              <a:t>어떤 순간을 남길까요?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F9B03E-3B76-4930-8352-CEBB6DC5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47875"/>
            <a:ext cx="2971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FA915A-9F12-40C3-862A-1CD6F9D0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05025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03A3A"/>
                </a:solidFill>
              </a:defRPr>
            </a:pPr>
            <a:r>
              <a:rPr sz="1125" b="1">
                <a:solidFill>
                  <a:srgbClr val="403A3A"/>
                </a:solidFill>
              </a:rPr>
              <a:t>일상 · 오늘의 순간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B3CCC-2322-461E-BEBB-F4587AD3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95575"/>
            <a:ext cx="2971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9040EA-648C-42D9-AA5A-9311160B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52725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03A3A"/>
                </a:solidFill>
              </a:defRPr>
            </a:pPr>
            <a:r>
              <a:rPr sz="1125" b="1">
                <a:solidFill>
                  <a:srgbClr val="403A3A"/>
                </a:solidFill>
              </a:rPr>
              <a:t>검진 · 아기의 소식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8BC704-9781-4F4D-93F1-D9816B9D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43275"/>
            <a:ext cx="2971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34AF98-53BD-4467-820E-BB3B5878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0425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03A3A"/>
                </a:solidFill>
              </a:defRPr>
            </a:pPr>
            <a:r>
              <a:rPr sz="1125" b="1">
                <a:solidFill>
                  <a:srgbClr val="403A3A"/>
                </a:solidFill>
              </a:rPr>
              <a:t>태동 · 처음 느낀 움직임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E38DD-821B-457A-BB39-0838BD64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90975"/>
            <a:ext cx="2971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37175F-7D51-426E-85B5-BC43E458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48125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03A3A"/>
                </a:solidFill>
              </a:defRPr>
            </a:pPr>
            <a:r>
              <a:rPr sz="1125" b="1">
                <a:solidFill>
                  <a:srgbClr val="403A3A"/>
                </a:solidFill>
              </a:rPr>
              <a:t>편지 · 아이에게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1BFAB7-E7DC-4AB5-A3AE-C7B01597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34050"/>
            <a:ext cx="30099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6A8C18-D56D-4AD9-8970-C838DA7F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816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16A6A"/>
                </a:solidFill>
              </a:defRPr>
            </a:pPr>
            <a:r>
              <a:rPr sz="900" b="1">
                <a:solidFill>
                  <a:srgbClr val="716A6A"/>
                </a:solidFill>
              </a:rPr>
              <a:t>타임라인      + 기록      이야기      설정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DCF4D5-A4BD-492A-8438-650F46DF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1445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C5962"/>
                </a:solidFill>
              </a:defRPr>
            </a:pPr>
            <a:r>
              <a:rPr sz="1725" b="1">
                <a:solidFill>
                  <a:srgbClr val="9C5962"/>
                </a:solidFill>
              </a:rPr>
              <a:t>작성 전에 목적을 먼저 선택해 종류별 질문을 제공한다.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4186E4-774C-48F1-A7E3-0A75AC47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화면 구성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456239-DC11-4D8C-9945-0F962620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일상·검진·태동·편지 4개 카드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각 종류의 대표 질문 한 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37C5D5-DB6D-443A-84D3-7AA3F537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사용자 행동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FB4F93-6942-4FA3-8AD5-2C505A3D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종류 하나 선택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해당 작성 화면으로 이동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96EAF6-E9FE-4A4B-A49F-CCFD8027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38800"/>
            <a:ext cx="63817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EEEAF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6DDA04-F891-408C-AB1F-6189102A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3405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3A3A"/>
                </a:solidFill>
              </a:defRPr>
            </a:pPr>
            <a:r>
              <a:rPr sz="1200" b="1">
                <a:solidFill>
                  <a:srgbClr val="403A3A"/>
                </a:solidFill>
              </a:rPr>
              <a:t>다음/예외  ·  S11~S14 종류별 작성</a:t>
            </a:r>
          </a:p>
        </p:txBody>
      </p:sp>
    </p:spTree>
    <p:extLst>
      <p:ext uri="{BB962C8B-B14F-4D97-AF65-F5344CB8AC3E}">
        <p14:creationId xmlns:p14="http://schemas.microsoft.com/office/powerpoint/2010/main" val="17897939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AD4225-C27C-48A6-8EE2-DA1084CA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7B84"/>
                </a:solidFill>
              </a:defRPr>
            </a:pPr>
            <a:r>
              <a:rPr sz="825" b="1">
                <a:solidFill>
                  <a:srgbClr val="C97B84"/>
                </a:solidFill>
              </a:rPr>
              <a:t>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5C280-D27B-45BB-8AE3-54BD19A2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03A3A"/>
                </a:solidFill>
              </a:defRPr>
            </a:pPr>
            <a:r>
              <a:rPr sz="2700" b="1">
                <a:solidFill>
                  <a:srgbClr val="403A3A"/>
                </a:solidFill>
              </a:rPr>
              <a:t>S11. 일상 기록 작성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5552D-3246-4570-B844-5ACC9881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6A6A"/>
                </a:solidFill>
              </a:defRPr>
            </a:pPr>
            <a:r>
              <a:rPr sz="975" b="1">
                <a:solidFill>
                  <a:srgbClr val="716A6A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18B5E0-BE2E-455F-A334-0BA268D7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A67FB-B779-40C1-B43B-75AB5E4A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3429000" cy="5048250"/>
          </a:xfrm>
          <a:prstGeom xmlns:a="http://schemas.openxmlformats.org/drawingml/2006/main" prst="roundRect">
            <a:avLst>
              <a:gd name="adj" fmla="val 9444"/>
            </a:avLst>
          </a:prstGeom>
          <a:solidFill xmlns:a="http://schemas.openxmlformats.org/drawingml/2006/main">
            <a:srgbClr val="514A4A"/>
          </a:solidFill>
          <a:ln xmlns:a="http://schemas.openxmlformats.org/drawingml/2006/main" w="9525">
            <a:solidFill>
              <a:srgbClr val="514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5B602-D952-42EB-810A-F16ABC3A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52550"/>
            <a:ext cx="3238500" cy="48577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FFFD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29E15-05DB-49D8-B5D4-0B82CD30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28750"/>
            <a:ext cx="914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D6D1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C582B-5397-499B-BC1C-DAF362FE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02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3A3A"/>
                </a:solidFill>
              </a:defRPr>
            </a:pPr>
            <a:r>
              <a:rPr sz="1500" b="1">
                <a:solidFill>
                  <a:srgbClr val="403A3A"/>
                </a:solidFill>
              </a:rPr>
              <a:t>오늘의 순간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1FC557-173C-4108-9893-33B553A6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C97B8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DBC6B4-3BED-4016-B82B-8EEA5453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6478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C5962"/>
                </a:solidFill>
              </a:defRPr>
            </a:pPr>
            <a:r>
              <a:rPr sz="750" b="1">
                <a:solidFill>
                  <a:srgbClr val="9C5962"/>
                </a:solidFill>
              </a:rPr>
              <a:t>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1EFB2-EC8A-40C8-9CF3-5BA2171B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619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7EA6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AB164-2CD8-460B-9E98-CBC02BE0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478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F745B"/>
                </a:solidFill>
              </a:defRPr>
            </a:pPr>
            <a:r>
              <a:rPr sz="750" b="1">
                <a:solidFill>
                  <a:srgbClr val="4F745B"/>
                </a:solidFill>
              </a:rPr>
              <a:t>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F1BBBA-A06F-4D85-9ABC-36BB6F4F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5524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89A4CA-DBF6-495C-A1A4-73F86E28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145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엄마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F28AC9-1523-4B20-8EFE-8D9D26D4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95500"/>
            <a:ext cx="7143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D3102D-9738-41F5-8C5B-06553C01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114550"/>
            <a:ext cx="561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배우자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56B097-F824-4B5A-9B26-A11D0580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43175"/>
            <a:ext cx="29718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0D57A3-A731-4E7A-96AB-7E6BFE49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00325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오늘 가장 기억하고 싶은 순간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7986C7-FBE2-42D7-B5FC-33875266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52775"/>
            <a:ext cx="29718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9DDF82-DB4D-4A24-B1A8-E40DA369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9925"/>
            <a:ext cx="2705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오늘의 이야기를 적어주세요…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BC01BA-E79D-4C37-AFC9-18E31A3C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552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BB77CF-753B-4600-8D99-D62B6116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행복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2374FB-D730-46F9-8D51-262995A5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48150"/>
            <a:ext cx="552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C63CE9-458D-48A9-AB84-AFEDB75C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2672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설렘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3B7DF5-7846-4FE7-8D3D-3F9A9F5B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248150"/>
            <a:ext cx="552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DE3202-D603-4DCD-9060-3A2C7DF9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672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감동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23F2EC-1B5B-4981-B07E-A126CEB3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34050"/>
            <a:ext cx="30099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FCBD5E-C8B6-4A13-B5F6-9DB250FD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816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16A6A"/>
                </a:solidFill>
              </a:defRPr>
            </a:pPr>
            <a:r>
              <a:rPr sz="900" b="1">
                <a:solidFill>
                  <a:srgbClr val="716A6A"/>
                </a:solidFill>
              </a:rPr>
              <a:t>타임라인      + 기록      이야기      설정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035ED5-19F5-4CD3-93AB-364D56B1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1445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C5962"/>
                </a:solidFill>
              </a:defRPr>
            </a:pPr>
            <a:r>
              <a:rPr sz="1725" b="1">
                <a:solidFill>
                  <a:srgbClr val="9C5962"/>
                </a:solidFill>
              </a:rPr>
              <a:t>사진이 없어도 글과 감정만으로 빠르게 일상을 기록한다.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B73DE8-955A-4739-B2BB-6DCEF57C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화면 구성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DD9C40-8EA8-4CC9-B90E-D255A170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6381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상단 작성자 전환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오늘의 순간 질문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필수 글 입력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감정 1개 선택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601C37-12C1-4397-AF9D-9FC83C68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사용자 행동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3689C0-2EB6-486F-88E5-7635B119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38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글·감정 입력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사진·스티커 선택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AI 제안 확인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E30861-5FF5-46D2-B2DB-6C909CC5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38800"/>
            <a:ext cx="63817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EEEAF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3C467F-2BEA-47E2-8E9B-338620D1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3405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3A3A"/>
                </a:solidFill>
              </a:defRPr>
            </a:pPr>
            <a:r>
              <a:rPr sz="1200" b="1">
                <a:solidFill>
                  <a:srgbClr val="403A3A"/>
                </a:solidFill>
              </a:rPr>
              <a:t>다음/예외  ·  필수값 충족 시 자동 AI 생성</a:t>
            </a:r>
          </a:p>
        </p:txBody>
      </p:sp>
    </p:spTree>
    <p:extLst>
      <p:ext uri="{BB962C8B-B14F-4D97-AF65-F5344CB8AC3E}">
        <p14:creationId xmlns:p14="http://schemas.microsoft.com/office/powerpoint/2010/main" val="17486258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4968B0-441E-4B21-9FE4-8752EACA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7B84"/>
                </a:solidFill>
              </a:defRPr>
            </a:pPr>
            <a:r>
              <a:rPr sz="825" b="1">
                <a:solidFill>
                  <a:srgbClr val="C97B84"/>
                </a:solidFill>
              </a:rPr>
              <a:t>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F67E3-AEA5-4A89-985A-F5BF5A5D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03A3A"/>
                </a:solidFill>
              </a:defRPr>
            </a:pPr>
            <a:r>
              <a:rPr sz="2700" b="1">
                <a:solidFill>
                  <a:srgbClr val="403A3A"/>
                </a:solidFill>
              </a:rPr>
              <a:t>S12. 검진 기록 작성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7EE1F-0058-4354-99CD-4E4A2487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6A6A"/>
                </a:solidFill>
              </a:defRPr>
            </a:pPr>
            <a:r>
              <a:rPr sz="975" b="1">
                <a:solidFill>
                  <a:srgbClr val="716A6A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CC808-4721-481F-8478-661F98A0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1F186-2BF8-4820-9D80-BB8D49CA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3429000" cy="5048250"/>
          </a:xfrm>
          <a:prstGeom xmlns:a="http://schemas.openxmlformats.org/drawingml/2006/main" prst="roundRect">
            <a:avLst>
              <a:gd name="adj" fmla="val 9444"/>
            </a:avLst>
          </a:prstGeom>
          <a:solidFill xmlns:a="http://schemas.openxmlformats.org/drawingml/2006/main">
            <a:srgbClr val="514A4A"/>
          </a:solidFill>
          <a:ln xmlns:a="http://schemas.openxmlformats.org/drawingml/2006/main" w="9525">
            <a:solidFill>
              <a:srgbClr val="514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F3F231-79A1-4782-99F1-CDB85909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52550"/>
            <a:ext cx="3238500" cy="48577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FFFD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AF04F-8893-4389-A25B-EA8A5548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28750"/>
            <a:ext cx="914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D6D1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A78789-E06A-483D-8F85-5B556129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02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3A3A"/>
                </a:solidFill>
              </a:defRPr>
            </a:pPr>
            <a:r>
              <a:rPr sz="1500" b="1">
                <a:solidFill>
                  <a:srgbClr val="403A3A"/>
                </a:solidFill>
              </a:rPr>
              <a:t>검진 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4BEDC-264D-461B-89B1-3CD83FB8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C97B8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645E65-9E30-4203-96FC-FD35E554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6478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C5962"/>
                </a:solidFill>
              </a:defRPr>
            </a:pPr>
            <a:r>
              <a:rPr sz="750" b="1">
                <a:solidFill>
                  <a:srgbClr val="9C5962"/>
                </a:solidFill>
              </a:rPr>
              <a:t>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95D07-AB02-4C31-BFDB-7F81A729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619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7EA6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4B4E1-1AB2-4531-8961-5807D1D1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478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F745B"/>
                </a:solidFill>
              </a:defRPr>
            </a:pPr>
            <a:r>
              <a:rPr sz="750" b="1">
                <a:solidFill>
                  <a:srgbClr val="4F745B"/>
                </a:solidFill>
              </a:rPr>
              <a:t>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1494B4-7832-4113-B6F5-37E6BD2E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47875"/>
            <a:ext cx="29718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847440-3717-4090-B9AB-1789F172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0502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병원 · 검진일 · 11주 6일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8D515E-794C-4E46-A77C-5124EDF6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38425"/>
            <a:ext cx="29718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736AC0-DB06-4CF2-9A31-97EE8D15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95575"/>
            <a:ext cx="270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초음파/검진 결과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D3E6D4-E1AD-4CD2-9455-F807D780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24225"/>
            <a:ext cx="29718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B1897E-36F2-4B9C-A16E-804E6FF5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81375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다음 예약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9A6FC1-9354-4528-BACD-EEACE742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76675"/>
            <a:ext cx="29718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A6667B-F62B-44A0-913B-5AF17870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33825"/>
            <a:ext cx="2705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오늘 느낀 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136697-DFE0-4540-830C-785F69B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34050"/>
            <a:ext cx="30099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9BB740-7892-4565-A157-EEEA8913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816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16A6A"/>
                </a:solidFill>
              </a:defRPr>
            </a:pPr>
            <a:r>
              <a:rPr sz="900" b="1">
                <a:solidFill>
                  <a:srgbClr val="716A6A"/>
                </a:solidFill>
              </a:rPr>
              <a:t>타임라인      + 기록      이야기      설정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D17E9A-D973-4B6A-B5C2-508AFE17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1445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C5962"/>
                </a:solidFill>
              </a:defRPr>
            </a:pPr>
            <a:r>
              <a:rPr sz="1725" b="1">
                <a:solidFill>
                  <a:srgbClr val="9C5962"/>
                </a:solidFill>
              </a:rPr>
              <a:t>검진 정보와 부모의 감정을 한 흐름에서 함께 남긴다.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7D5598-F39B-4B2C-AEAB-33DF51DC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화면 구성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7DAEB4-5486-4F2B-B0E6-918D55BA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6381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병원·검진일·자동 주수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초음파/검진 결과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다음 예약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느낀 점과 감정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29AF2D-F9AE-410D-8A62-2BB73FD5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사용자 행동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B13421-4C77-4731-9091-E29F1BA7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38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검진 정보 입력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초음파 사진 추가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주수 수정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BE6C08-DBA3-4AB8-A6BB-0AB77E6B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38800"/>
            <a:ext cx="63817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EEEAF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A512CE-6272-4970-83B5-6B1D5715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3405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3A3A"/>
                </a:solidFill>
              </a:defRPr>
            </a:pPr>
            <a:r>
              <a:rPr sz="1200" b="1">
                <a:solidFill>
                  <a:srgbClr val="403A3A"/>
                </a:solidFill>
              </a:rPr>
              <a:t>다음/예외  ·  의료 판단 없이 부모 기록만 저장</a:t>
            </a:r>
          </a:p>
        </p:txBody>
      </p:sp>
    </p:spTree>
    <p:extLst>
      <p:ext uri="{BB962C8B-B14F-4D97-AF65-F5344CB8AC3E}">
        <p14:creationId xmlns:p14="http://schemas.microsoft.com/office/powerpoint/2010/main" val="3267499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EAC8D4-39BF-43BE-B1FF-4AF559B7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7B84"/>
                </a:solidFill>
              </a:defRPr>
            </a:pPr>
            <a:r>
              <a:rPr sz="825" b="1">
                <a:solidFill>
                  <a:srgbClr val="C97B84"/>
                </a:solidFill>
              </a:rPr>
              <a:t>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AA373-FE82-4A0C-9D42-35E3B7B0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03A3A"/>
                </a:solidFill>
              </a:defRPr>
            </a:pPr>
            <a:r>
              <a:rPr sz="2700" b="1">
                <a:solidFill>
                  <a:srgbClr val="403A3A"/>
                </a:solidFill>
              </a:rPr>
              <a:t>S13. 태동 기록 작성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8AE6B-D696-4572-A5C5-24F7804C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6A6A"/>
                </a:solidFill>
              </a:defRPr>
            </a:pPr>
            <a:r>
              <a:rPr sz="975" b="1">
                <a:solidFill>
                  <a:srgbClr val="716A6A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4D044-65D8-4A86-87D9-9A84A887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A81D0-72CD-427B-94EC-BC50AA59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3429000" cy="5048250"/>
          </a:xfrm>
          <a:prstGeom xmlns:a="http://schemas.openxmlformats.org/drawingml/2006/main" prst="roundRect">
            <a:avLst>
              <a:gd name="adj" fmla="val 9444"/>
            </a:avLst>
          </a:prstGeom>
          <a:solidFill xmlns:a="http://schemas.openxmlformats.org/drawingml/2006/main">
            <a:srgbClr val="514A4A"/>
          </a:solidFill>
          <a:ln xmlns:a="http://schemas.openxmlformats.org/drawingml/2006/main" w="9525">
            <a:solidFill>
              <a:srgbClr val="514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8F826-242E-4EC5-8377-2C27BB1C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52550"/>
            <a:ext cx="3238500" cy="48577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FFFD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68653-A598-40D8-9CD1-3B04BC93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28750"/>
            <a:ext cx="914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D6D1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4C5FD0-20F9-4A17-A752-8A9CA0EB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02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3A3A"/>
                </a:solidFill>
              </a:defRPr>
            </a:pPr>
            <a:r>
              <a:rPr sz="1500" b="1">
                <a:solidFill>
                  <a:srgbClr val="403A3A"/>
                </a:solidFill>
              </a:rPr>
              <a:t>태동의 순간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DD45D-7108-4358-B941-4624A1CC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C97B8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DBB6C-1227-43A0-AE5D-5F82C91C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6478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C5962"/>
                </a:solidFill>
              </a:defRPr>
            </a:pPr>
            <a:r>
              <a:rPr sz="750" b="1">
                <a:solidFill>
                  <a:srgbClr val="9C5962"/>
                </a:solidFill>
              </a:rPr>
              <a:t>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02982C-4AD3-4ACD-B25A-89107918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619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7EA6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F918BB-B021-4961-93AC-C7236D2C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478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F745B"/>
                </a:solidFill>
              </a:defRPr>
            </a:pPr>
            <a:r>
              <a:rPr sz="750" b="1">
                <a:solidFill>
                  <a:srgbClr val="4F745B"/>
                </a:solidFill>
              </a:rPr>
              <a:t>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1D91E5-712D-4F38-A1E7-858B8E44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47875"/>
            <a:ext cx="29718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08DA65-D919-487B-AF2C-60DDBB36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05025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언제 · 어디서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C5283F-7393-48B7-8289-C590E9F5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0325"/>
            <a:ext cx="29718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AD8DD1-90FB-47D7-8F04-CEC3102D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57475"/>
            <a:ext cx="270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어떤 느낌이었나요?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9D6866-A108-4696-A868-38F4AFD2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86125"/>
            <a:ext cx="29718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F9EE02-BE5F-417B-B992-27057C1C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43275"/>
            <a:ext cx="270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당시 상황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608232-130E-4A7F-A3CF-A9C29B59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71925"/>
            <a:ext cx="29718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A02717-4A65-4907-A612-4E48BB80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29075"/>
            <a:ext cx="270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배우자의 반응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92645F-C9F6-4745-AA89-E1409C01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34050"/>
            <a:ext cx="30099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33D723-7B7E-42D8-99DC-A10CBC0B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816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16A6A"/>
                </a:solidFill>
              </a:defRPr>
            </a:pPr>
            <a:r>
              <a:rPr sz="900" b="1">
                <a:solidFill>
                  <a:srgbClr val="716A6A"/>
                </a:solidFill>
              </a:rPr>
              <a:t>타임라인      + 기록      이야기      설정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1184D-724A-4113-8B76-F8B61633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1445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C5962"/>
                </a:solidFill>
              </a:defRPr>
            </a:pPr>
            <a:r>
              <a:rPr sz="1725" b="1">
                <a:solidFill>
                  <a:srgbClr val="9C5962"/>
                </a:solidFill>
              </a:rPr>
              <a:t>처음 느낀 움직임의 장소·감각·상황과 배우자 반응까지 기억한다.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57DD17-25DE-4FF7-B752-86002303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화면 구성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9C0E65-0F0C-46B7-9D64-4017A43D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63817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시간·장소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느낌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상황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배우자 반응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감정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B349ED-43F7-416D-A72B-49E30D50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사용자 행동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D0D543-8B3C-4A4C-8BC5-DD20BD16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각 질문에 짧게 답변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두 사람이 동시에 내용 보완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57DF91-5303-4BE6-925D-DA4DC79D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38800"/>
            <a:ext cx="63817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EEEAF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91ADBD-11EB-4544-8F42-E7BBF693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3405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3A3A"/>
                </a:solidFill>
              </a:defRPr>
            </a:pPr>
            <a:r>
              <a:rPr sz="1200" b="1">
                <a:solidFill>
                  <a:srgbClr val="403A3A"/>
                </a:solidFill>
              </a:rPr>
              <a:t>다음/예외  ·  첫 태동이면 성장 이야기 후보 생성</a:t>
            </a:r>
          </a:p>
        </p:txBody>
      </p:sp>
    </p:spTree>
    <p:extLst>
      <p:ext uri="{BB962C8B-B14F-4D97-AF65-F5344CB8AC3E}">
        <p14:creationId xmlns:p14="http://schemas.microsoft.com/office/powerpoint/2010/main" val="5706446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F472AB-DA74-42B1-AD86-524D1924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7B84"/>
                </a:solidFill>
              </a:defRPr>
            </a:pPr>
            <a:r>
              <a:rPr sz="825" b="1">
                <a:solidFill>
                  <a:srgbClr val="C97B84"/>
                </a:solidFill>
              </a:rPr>
              <a:t>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A233D-285F-4E34-B3AE-1F8F70A9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03A3A"/>
                </a:solidFill>
              </a:defRPr>
            </a:pPr>
            <a:r>
              <a:rPr sz="2700" b="1">
                <a:solidFill>
                  <a:srgbClr val="403A3A"/>
                </a:solidFill>
              </a:rPr>
              <a:t>S14. 편지 기록 작성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F9517-90C9-4DBE-8648-1CB4666F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6A6A"/>
                </a:solidFill>
              </a:defRPr>
            </a:pPr>
            <a:r>
              <a:rPr sz="975" b="1">
                <a:solidFill>
                  <a:srgbClr val="716A6A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0AAEB3-7649-4086-BD07-D17CEAC2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3764B-1B76-42B8-9346-4143DB3C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3429000" cy="5048250"/>
          </a:xfrm>
          <a:prstGeom xmlns:a="http://schemas.openxmlformats.org/drawingml/2006/main" prst="roundRect">
            <a:avLst>
              <a:gd name="adj" fmla="val 9444"/>
            </a:avLst>
          </a:prstGeom>
          <a:solidFill xmlns:a="http://schemas.openxmlformats.org/drawingml/2006/main">
            <a:srgbClr val="514A4A"/>
          </a:solidFill>
          <a:ln xmlns:a="http://schemas.openxmlformats.org/drawingml/2006/main" w="9525">
            <a:solidFill>
              <a:srgbClr val="514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BF620-EF76-49C3-BCC8-4644E31B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52550"/>
            <a:ext cx="3238500" cy="48577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FFFD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D0BA0-D49A-40BD-8A71-5E603994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28750"/>
            <a:ext cx="914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D6D1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5337B9-AF35-4E0C-89D1-8AC9BA26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02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3A3A"/>
                </a:solidFill>
              </a:defRPr>
            </a:pPr>
            <a:r>
              <a:rPr sz="1500" b="1">
                <a:solidFill>
                  <a:srgbClr val="403A3A"/>
                </a:solidFill>
              </a:rPr>
              <a:t>아이에게 보내는 편지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43B73-359D-43D3-A1D8-8D8FFD1E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C97B8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BB738-D39C-4507-945C-6BF47F34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6478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C5962"/>
                </a:solidFill>
              </a:defRPr>
            </a:pPr>
            <a:r>
              <a:rPr sz="750" b="1">
                <a:solidFill>
                  <a:srgbClr val="9C5962"/>
                </a:solidFill>
              </a:rPr>
              <a:t>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6ACF2C-FF29-4F1D-9DE4-DDF54E45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619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7EA6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60DA9E-6D07-4AB6-AFA2-F250E6BA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478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F745B"/>
                </a:solidFill>
              </a:defRPr>
            </a:pPr>
            <a:r>
              <a:rPr sz="750" b="1">
                <a:solidFill>
                  <a:srgbClr val="4F745B"/>
                </a:solidFill>
              </a:rPr>
              <a:t>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F4C2C8-EABF-4AF4-BF35-9A21EE1C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5524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F0BC21-1099-43F8-BA0E-D33194B4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145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엄마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3B7ADF-2109-465C-98AD-88121242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95500"/>
            <a:ext cx="7143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DFE9E2-AA5C-44BF-B710-E1D21F3C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114550"/>
            <a:ext cx="561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배우자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A76820-EA86-4137-A457-A81B91CC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43175"/>
            <a:ext cx="29718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4411E4-C0E3-49AA-94EB-5319BA9B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00325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03A3A"/>
                </a:solidFill>
              </a:defRPr>
            </a:pPr>
            <a:r>
              <a:rPr sz="1125" b="1">
                <a:solidFill>
                  <a:srgbClr val="403A3A"/>
                </a:solidFill>
              </a:rPr>
              <a:t>사랑하는 콩콩이에게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89B490-155B-49D3-AB5B-B5EEAA52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297180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D44BC6-EA92-46CA-BB5D-9577B196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52775"/>
            <a:ext cx="2705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오늘 꼭 전하고 싶은 말을 적어주세요…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D7036C-1621-42FA-99E8-C0F26120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34050"/>
            <a:ext cx="30099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9EAFDC-00AC-494C-BB52-C2AC2D56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816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16A6A"/>
                </a:solidFill>
              </a:defRPr>
            </a:pPr>
            <a:r>
              <a:rPr sz="900" b="1">
                <a:solidFill>
                  <a:srgbClr val="716A6A"/>
                </a:solidFill>
              </a:rPr>
              <a:t>타임라인      + 기록      이야기      설정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38CCC4-CFA3-4331-8470-BE552381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1445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C5962"/>
                </a:solidFill>
              </a:defRPr>
            </a:pPr>
            <a:r>
              <a:rPr sz="1725" b="1">
                <a:solidFill>
                  <a:srgbClr val="9C5962"/>
                </a:solidFill>
              </a:rPr>
              <a:t>부모의 원문을 가장 중요하게 보존하는 긴 글 작성 화면이다.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050B9F-BEB2-4E73-9D0B-852C29FA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화면 구성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7E0720-FD26-454D-A135-D4185524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6381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작성자 전환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편지 제목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넓은 본문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감정·사진·스티커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9D6463-A0A9-4A60-BC2D-C56B5A7E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사용자 행동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4C02BC-AE5B-45B1-88B3-4F764DBE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38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긴 글 작성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상대와 동시 편집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AI 제목/요약 선택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390C51-D2FC-4BC0-B9D5-5626BF82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38800"/>
            <a:ext cx="63817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EEEAF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456AEB-0BEF-4C92-9591-1BD57015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3405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3A3A"/>
                </a:solidFill>
              </a:defRPr>
            </a:pPr>
            <a:r>
              <a:rPr sz="1200" b="1">
                <a:solidFill>
                  <a:srgbClr val="403A3A"/>
                </a:solidFill>
              </a:rPr>
              <a:t>다음/예외  ·  부모 원문은 AI 적용 뒤에도 별도 보존</a:t>
            </a:r>
          </a:p>
        </p:txBody>
      </p:sp>
    </p:spTree>
    <p:extLst>
      <p:ext uri="{BB962C8B-B14F-4D97-AF65-F5344CB8AC3E}">
        <p14:creationId xmlns:p14="http://schemas.microsoft.com/office/powerpoint/2010/main" val="6218451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55F117-F821-4D0F-BE35-0D352558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7B84"/>
                </a:solidFill>
              </a:defRPr>
            </a:pPr>
            <a:r>
              <a:rPr sz="825" b="1">
                <a:solidFill>
                  <a:srgbClr val="C97B84"/>
                </a:solidFill>
              </a:rPr>
              <a:t>MEDIA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97084-78AF-430A-843A-07776DA4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03A3A"/>
                </a:solidFill>
              </a:defRPr>
            </a:pPr>
            <a:r>
              <a:rPr sz="2700" b="1">
                <a:solidFill>
                  <a:srgbClr val="403A3A"/>
                </a:solidFill>
              </a:rPr>
              <a:t>S15. 사진 추가와 순서 변경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FC09B4-0DEC-4A3F-ADBB-68EC8701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6A6A"/>
                </a:solidFill>
              </a:defRPr>
            </a:pPr>
            <a:r>
              <a:rPr sz="975" b="1">
                <a:solidFill>
                  <a:srgbClr val="716A6A"/>
                </a:solidFill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6DE3AA-A84C-45E5-BC9C-EA011563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70922-DBC1-4C0D-9B48-9CA0D70A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3429000" cy="5048250"/>
          </a:xfrm>
          <a:prstGeom xmlns:a="http://schemas.openxmlformats.org/drawingml/2006/main" prst="roundRect">
            <a:avLst>
              <a:gd name="adj" fmla="val 9444"/>
            </a:avLst>
          </a:prstGeom>
          <a:solidFill xmlns:a="http://schemas.openxmlformats.org/drawingml/2006/main">
            <a:srgbClr val="514A4A"/>
          </a:solidFill>
          <a:ln xmlns:a="http://schemas.openxmlformats.org/drawingml/2006/main" w="9525">
            <a:solidFill>
              <a:srgbClr val="514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8DDCED-BB05-4811-A79A-0454E58A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52550"/>
            <a:ext cx="3238500" cy="48577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FFFD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15A36-4325-469D-8412-078E53C7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28750"/>
            <a:ext cx="914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D6D1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C6AA3-0493-4E9A-8EB3-BBE6A332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02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3A3A"/>
                </a:solidFill>
              </a:defRPr>
            </a:pPr>
            <a:r>
              <a:rPr sz="1500" b="1">
                <a:solidFill>
                  <a:srgbClr val="403A3A"/>
                </a:solidFill>
              </a:rPr>
              <a:t>사진을 담아볼까요?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DC9AA-88B8-47A2-B60B-2F1FE85D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C97B8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61D154-F0B8-47F6-A979-6CCF8D3B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6478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C5962"/>
                </a:solidFill>
              </a:defRPr>
            </a:pPr>
            <a:r>
              <a:rPr sz="750" b="1">
                <a:solidFill>
                  <a:srgbClr val="9C5962"/>
                </a:solidFill>
              </a:rPr>
              <a:t>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4BFBCA-66C9-4153-B43A-EEC6E4F5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619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7EA6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06DD7B-6A4A-4369-A31F-FFBE6166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478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F745B"/>
                </a:solidFill>
              </a:defRPr>
            </a:pPr>
            <a:r>
              <a:rPr sz="750" b="1">
                <a:solidFill>
                  <a:srgbClr val="4F745B"/>
                </a:solidFill>
              </a:rPr>
              <a:t>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4F3E19-8EA9-4A9A-9CE1-ABFFF8A9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47875"/>
            <a:ext cx="29718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56B7E0-C698-4C21-B3CE-FE45653A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24075"/>
            <a:ext cx="2743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16A6A"/>
                </a:solidFill>
              </a:defRPr>
            </a:pPr>
            <a:r>
              <a:rPr sz="1200" b="1">
                <a:solidFill>
                  <a:srgbClr val="716A6A"/>
                </a:solidFill>
              </a:rPr>
              <a:t>사진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97DFEC-282A-4B73-AB18-E908C4CE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495300" cy="438150"/>
          </a:xfrm>
          <a:prstGeom xmlns:a="http://schemas.openxmlformats.org/drawingml/2006/main" prst="roundRect">
            <a:avLst>
              <a:gd name="adj" fmla="val 39130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DBA348-FE56-4F32-B9E2-493B6656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7F3DF6-DFB5-428F-88E8-99270A9E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219450"/>
            <a:ext cx="495300" cy="438150"/>
          </a:xfrm>
          <a:prstGeom xmlns:a="http://schemas.openxmlformats.org/drawingml/2006/main" prst="roundRect">
            <a:avLst>
              <a:gd name="adj" fmla="val 39130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7B4E5D-E010-4F8F-BB6F-C2917D57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385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2162CF-1AA0-4FF4-A265-9960008B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219450"/>
            <a:ext cx="495300" cy="438150"/>
          </a:xfrm>
          <a:prstGeom xmlns:a="http://schemas.openxmlformats.org/drawingml/2006/main" prst="roundRect">
            <a:avLst>
              <a:gd name="adj" fmla="val 39130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E8D9F1-9FA2-48A1-8AF3-94D3EB5B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385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C88480-94FF-48BC-AE13-57782852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19450"/>
            <a:ext cx="495300" cy="438150"/>
          </a:xfrm>
          <a:prstGeom xmlns:a="http://schemas.openxmlformats.org/drawingml/2006/main" prst="roundRect">
            <a:avLst>
              <a:gd name="adj" fmla="val 39130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93E527-A6D6-4E4B-841B-8FB98864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385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FB66DC-C901-4335-A942-6E1173DC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00475"/>
            <a:ext cx="29718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5D9359-DF8A-44B8-811A-45E7A057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57625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3 / 5장 · 길게 눌러 순서 변경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FA7BD3-4FE8-40A7-B71E-2A6CE114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52925"/>
            <a:ext cx="297180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C97B84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F1789A-9D94-4C97-9D48-76E82096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10075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사진 추가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B5F2A6-6926-4B1B-B097-514A6041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34050"/>
            <a:ext cx="30099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0812CA-8346-4B72-9DD0-62671353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816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16A6A"/>
                </a:solidFill>
              </a:defRPr>
            </a:pPr>
            <a:r>
              <a:rPr sz="900" b="1">
                <a:solidFill>
                  <a:srgbClr val="716A6A"/>
                </a:solidFill>
              </a:rPr>
              <a:t>타임라인      + 기록      이야기      설정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B42925-B22B-4145-877D-29E34792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1445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C5962"/>
                </a:solidFill>
              </a:defRPr>
            </a:pPr>
            <a:r>
              <a:rPr sz="1725" b="1">
                <a:solidFill>
                  <a:srgbClr val="9C5962"/>
                </a:solidFill>
              </a:rPr>
              <a:t>최대 5장의 사진을 모바일에서 빠르게 추가하고 순서를 정한다.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2950EA-B77F-4603-A629-9C06089F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화면 구성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7967F3-E592-4C54-9DF8-BCCC5657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6381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대표 사진 미리보기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최대 5장 썸네일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업로드 진행률·재시도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드래그 순서 변경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A293AD-6CE9-4C21-94B4-3DA7E024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사용자 행동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240EBA-C04B-43DB-A403-A9FE94FB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38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사진 선택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순서 변경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실패 사진 재시도/삭제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2DB9CD-C5F4-4AF6-969B-04EE7915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38800"/>
            <a:ext cx="63817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EEEAF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96CFA0-D921-464E-A400-30735DC9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3405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3A3A"/>
                </a:solidFill>
              </a:defRPr>
            </a:pPr>
            <a:r>
              <a:rPr sz="1200" b="1">
                <a:solidFill>
                  <a:srgbClr val="403A3A"/>
                </a:solidFill>
              </a:rPr>
              <a:t>다음/예외  ·  앨범에서 한 장씩 좌우 스와이프</a:t>
            </a:r>
          </a:p>
        </p:txBody>
      </p:sp>
    </p:spTree>
    <p:extLst>
      <p:ext uri="{BB962C8B-B14F-4D97-AF65-F5344CB8AC3E}">
        <p14:creationId xmlns:p14="http://schemas.microsoft.com/office/powerpoint/2010/main" val="142369962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28F71C-4A57-4027-ACDA-7E918A25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7B84"/>
                </a:solidFill>
              </a:defRPr>
            </a:pPr>
            <a:r>
              <a:rPr sz="825" b="1">
                <a:solidFill>
                  <a:srgbClr val="C97B84"/>
                </a:solidFill>
              </a:rPr>
              <a:t>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F2220-7270-4F35-BA8B-ED01E31F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03A3A"/>
                </a:solidFill>
              </a:defRPr>
            </a:pPr>
            <a:r>
              <a:rPr sz="2700" b="1">
                <a:solidFill>
                  <a:srgbClr val="403A3A"/>
                </a:solidFill>
              </a:rPr>
              <a:t>S16. 감정 선택과 필수 오류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BC810-7AA3-4822-869D-167F2B59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6A6A"/>
                </a:solidFill>
              </a:defRPr>
            </a:pPr>
            <a:r>
              <a:rPr sz="975" b="1">
                <a:solidFill>
                  <a:srgbClr val="716A6A"/>
                </a:solidFill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814AD-30E4-43BA-B408-F9653777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55477-FD22-421A-A620-1847E451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3429000" cy="5048250"/>
          </a:xfrm>
          <a:prstGeom xmlns:a="http://schemas.openxmlformats.org/drawingml/2006/main" prst="roundRect">
            <a:avLst>
              <a:gd name="adj" fmla="val 9444"/>
            </a:avLst>
          </a:prstGeom>
          <a:solidFill xmlns:a="http://schemas.openxmlformats.org/drawingml/2006/main">
            <a:srgbClr val="514A4A"/>
          </a:solidFill>
          <a:ln xmlns:a="http://schemas.openxmlformats.org/drawingml/2006/main" w="9525">
            <a:solidFill>
              <a:srgbClr val="514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839C2-DEFB-4652-877E-325D4614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52550"/>
            <a:ext cx="3238500" cy="48577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FFFD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1AACE-9D5E-4A9A-875C-8C351065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28750"/>
            <a:ext cx="914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D6D1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44BDF8-6E4D-4012-88CA-9DE0B110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02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3A3A"/>
                </a:solidFill>
              </a:defRPr>
            </a:pPr>
            <a:r>
              <a:rPr sz="1500" b="1">
                <a:solidFill>
                  <a:srgbClr val="403A3A"/>
                </a:solidFill>
              </a:rPr>
              <a:t>오늘의 감정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F6AD1-4C6D-4CB0-A7E1-F35D0F9E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55245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F21EE-9C35-4DB1-9BD7-6F5D7D26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145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행복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BF1FA4-EDC8-4E05-8E5F-EAF83661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95500"/>
            <a:ext cx="55245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6FD348-4166-472C-80D6-0E61D482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1145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설렘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DF5682-116E-44FB-A43D-199A6DCD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95500"/>
            <a:ext cx="55245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218DD6-0A14-4447-8AB3-FC7F111A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145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감동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6B1A15-4130-4EF1-87F2-9F15AA6D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55245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0BD203-EA86-43F8-AB82-EA6D759B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걱정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832C05-6A69-4BED-9EA0-81245BFD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67000"/>
            <a:ext cx="55245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7B41AC-9516-4BBF-91A9-7343D996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860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피곤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E80692-1EE0-4C61-A1DF-13DC8DBC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90875"/>
            <a:ext cx="29718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3AC839-350C-4AF5-8235-F75AF603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4802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C5962"/>
                </a:solidFill>
              </a:defRPr>
            </a:pPr>
            <a:r>
              <a:rPr sz="1125" b="1">
                <a:solidFill>
                  <a:srgbClr val="9C5962"/>
                </a:solidFill>
              </a:rPr>
              <a:t>오늘의 감정을 선택해주세요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FEC49D-4208-4912-9468-B3626C2B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86175"/>
            <a:ext cx="29718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92B2AA-F961-4E85-9685-E01ECADA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4332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C5962"/>
                </a:solidFill>
              </a:defRPr>
            </a:pPr>
            <a:r>
              <a:rPr sz="1125" b="1">
                <a:solidFill>
                  <a:srgbClr val="9C5962"/>
                </a:solidFill>
              </a:rPr>
              <a:t>오늘의 이야기를 적어주세요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A17808-F9A6-4D7C-B681-7C3C400C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34050"/>
            <a:ext cx="30099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4AA01E-655D-4008-90D7-9B9A43CF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816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16A6A"/>
                </a:solidFill>
              </a:defRPr>
            </a:pPr>
            <a:r>
              <a:rPr sz="900" b="1">
                <a:solidFill>
                  <a:srgbClr val="716A6A"/>
                </a:solidFill>
              </a:rPr>
              <a:t>타임라인      + 기록      이야기      설정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592815-7EF3-4C86-A8C6-ECDE40E2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1445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C5962"/>
                </a:solidFill>
              </a:defRPr>
            </a:pPr>
            <a:r>
              <a:rPr sz="1725" b="1">
                <a:solidFill>
                  <a:srgbClr val="9C5962"/>
                </a:solidFill>
              </a:rPr>
              <a:t>기록마다 하나의 감정을 직관적으로 고르고, 빠진 항목은 바로 이해한다.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D24A7A-9F37-444C-80E8-EED57A59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화면 구성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CB1FB1-C172-48AD-808E-AC031B39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638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5개 감정 단일 선택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색상+텍스트+상태 표시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항목 바로 아래 오류 문구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E79112-54E9-4B90-A7A5-55A24B53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사용자 행동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2BD648-A8C4-46F7-AC25-8E484EB7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감정 1개 선택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필수값 입력 후 오류 즉시 해제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A1A2C6-A65A-481F-B147-8014267E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38800"/>
            <a:ext cx="63817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EEEAF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7847F0-F468-43B2-A761-76BDA11E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3405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3A3A"/>
                </a:solidFill>
              </a:defRPr>
            </a:pPr>
            <a:r>
              <a:rPr sz="1200" b="1">
                <a:solidFill>
                  <a:srgbClr val="403A3A"/>
                </a:solidFill>
              </a:rPr>
              <a:t>다음/예외  ·  글+감정 충족 시 AI 자동 생성</a:t>
            </a:r>
          </a:p>
        </p:txBody>
      </p:sp>
    </p:spTree>
    <p:extLst>
      <p:ext uri="{BB962C8B-B14F-4D97-AF65-F5344CB8AC3E}">
        <p14:creationId xmlns:p14="http://schemas.microsoft.com/office/powerpoint/2010/main" val="40883809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067ED8-AA9B-45F1-9F2B-DBE22099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7B84"/>
                </a:solidFill>
              </a:defRPr>
            </a:pPr>
            <a:r>
              <a:rPr sz="825" b="1">
                <a:solidFill>
                  <a:srgbClr val="C97B84"/>
                </a:solidFill>
              </a:rPr>
              <a:t>DECORATE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E7C26-73DB-43BC-83CA-86E3FF4F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03A3A"/>
                </a:solidFill>
              </a:defRPr>
            </a:pPr>
            <a:r>
              <a:rPr sz="2700" b="1">
                <a:solidFill>
                  <a:srgbClr val="403A3A"/>
                </a:solidFill>
              </a:rPr>
              <a:t>S17. 추천·전체 스티커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BFC1E-9636-4F74-9BD4-9052F13A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6A6A"/>
                </a:solidFill>
              </a:defRPr>
            </a:pPr>
            <a:r>
              <a:rPr sz="975" b="1">
                <a:solidFill>
                  <a:srgbClr val="716A6A"/>
                </a:solidFill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521260-6AEA-425B-A6B4-3AE65EAA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FCB3C-5F4C-44C7-9294-1A40BAC4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3429000" cy="5048250"/>
          </a:xfrm>
          <a:prstGeom xmlns:a="http://schemas.openxmlformats.org/drawingml/2006/main" prst="roundRect">
            <a:avLst>
              <a:gd name="adj" fmla="val 9444"/>
            </a:avLst>
          </a:prstGeom>
          <a:solidFill xmlns:a="http://schemas.openxmlformats.org/drawingml/2006/main">
            <a:srgbClr val="514A4A"/>
          </a:solidFill>
          <a:ln xmlns:a="http://schemas.openxmlformats.org/drawingml/2006/main" w="9525">
            <a:solidFill>
              <a:srgbClr val="514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7F9C2-2CDD-43F2-A251-FEFEB772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52550"/>
            <a:ext cx="3238500" cy="48577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FFFD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BDC93-0F00-4060-8D27-E78F2457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28750"/>
            <a:ext cx="914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D6D1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0D654-C5BB-4813-8C91-9AE55E85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02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3A3A"/>
                </a:solidFill>
              </a:defRPr>
            </a:pPr>
            <a:r>
              <a:rPr sz="1500" b="1">
                <a:solidFill>
                  <a:srgbClr val="403A3A"/>
                </a:solidFill>
              </a:rPr>
              <a:t>스티커로 꾸며요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22878-0825-43E2-BD59-B1848182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C97B8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CF6731-D92E-4CB2-86AE-F877B932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6478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C5962"/>
                </a:solidFill>
              </a:defRPr>
            </a:pPr>
            <a:r>
              <a:rPr sz="750" b="1">
                <a:solidFill>
                  <a:srgbClr val="9C5962"/>
                </a:solidFill>
              </a:rPr>
              <a:t>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536B30-2BD1-40CE-AB14-C27DFC6F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619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7EA6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ED1DD-B102-4C32-B775-8419F39C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478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F745B"/>
                </a:solidFill>
              </a:defRPr>
            </a:pPr>
            <a:r>
              <a:rPr sz="750" b="1">
                <a:solidFill>
                  <a:srgbClr val="4F745B"/>
                </a:solidFill>
              </a:rPr>
              <a:t>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B05E45-221A-4C3C-9789-76B608D7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47875"/>
            <a:ext cx="29718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CC9E3F-9E0B-453A-A3D1-39FCD0D1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05025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03A3A"/>
                </a:solidFill>
              </a:defRPr>
            </a:pPr>
            <a:r>
              <a:rPr sz="1125" b="1">
                <a:solidFill>
                  <a:srgbClr val="403A3A"/>
                </a:solidFill>
              </a:rPr>
              <a:t>추천 스티커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BF749-101B-41D0-BD99-2FF52F94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14600"/>
            <a:ext cx="5524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ED234A-2610-4937-99FD-D005AF53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336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하트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559A39-3C81-4141-8C14-738D5E98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14600"/>
            <a:ext cx="4953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356C83-E4E3-46D8-A357-B46868C6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5336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E705A2-1038-4512-AFA3-D6D3C1C5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14600"/>
            <a:ext cx="714375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4F8823-7A5D-4FD6-BA88-F8602EED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33650"/>
            <a:ext cx="561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초음파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2CEFD5-DED1-4A01-BC62-062F18BE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514600"/>
            <a:ext cx="5524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24B944-C239-452F-961E-FCC6BA51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5336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반짝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FD5CEB-755A-4B0D-9666-56068499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57525"/>
            <a:ext cx="29718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AE5A0C-999D-4D52-8ED9-E92B41BC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14675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전체 보기 · 하트 · 별 · 아기용품 · 계절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04ADAC-FE99-4765-A395-6A0DA80D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67125"/>
            <a:ext cx="2971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4DEF65-F151-4279-A40B-05437659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24275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이동 · 확대 · 회전 · 복제 · 삭제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1603AC-B78A-40BE-95C1-3B6AABCF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34050"/>
            <a:ext cx="30099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9D496C-5486-4D37-B8E0-A65B5466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816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16A6A"/>
                </a:solidFill>
              </a:defRPr>
            </a:pPr>
            <a:r>
              <a:rPr sz="900" b="1">
                <a:solidFill>
                  <a:srgbClr val="716A6A"/>
                </a:solidFill>
              </a:rPr>
              <a:t>타임라인      + 기록      이야기      설정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93030C-738A-42AA-9400-6EE67578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1445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C5962"/>
                </a:solidFill>
              </a:defRPr>
            </a:pPr>
            <a:r>
              <a:rPr sz="1725" b="1">
                <a:solidFill>
                  <a:srgbClr val="9C5962"/>
                </a:solidFill>
              </a:rPr>
              <a:t>추천을 먼저 보되 전체 목록에서 자유롭게 골라 무제한 배치한다.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42BF16-3AAD-4683-B43F-E9343CA0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화면 구성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33E5FA-462A-4098-B4E5-FCE5115F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6381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감정/종류 기반 추천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전체 카테고리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무제한 인스턴스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제스처 안내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835DD2-F98A-437A-A20B-63138026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사용자 행동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47D757-2589-4376-B07A-7311D7D3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38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스티커 추가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핀치 조절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길게 눌러 복제/삭제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B2B7D3-9648-4BE8-8280-86834D99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38800"/>
            <a:ext cx="63817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EEEAF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6AF3E3-ABAC-4084-9B25-2371E3BE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3405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3A3A"/>
                </a:solidFill>
              </a:defRPr>
            </a:pPr>
            <a:r>
              <a:rPr sz="1200" b="1">
                <a:solidFill>
                  <a:srgbClr val="403A3A"/>
                </a:solidFill>
              </a:rPr>
              <a:t>다음/예외  ·  상대 선택 스티커는 이름 테두리 표시</a:t>
            </a:r>
          </a:p>
        </p:txBody>
      </p:sp>
    </p:spTree>
    <p:extLst>
      <p:ext uri="{BB962C8B-B14F-4D97-AF65-F5344CB8AC3E}">
        <p14:creationId xmlns:p14="http://schemas.microsoft.com/office/powerpoint/2010/main" val="37527877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003F69-11F5-4599-8433-CC3AB563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7B84"/>
                </a:solidFill>
              </a:defRPr>
            </a:pPr>
            <a:r>
              <a:rPr sz="825" b="1">
                <a:solidFill>
                  <a:srgbClr val="C97B84"/>
                </a:solidFill>
              </a:rPr>
              <a:t>AI ASSIST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EBFC9-23B1-4132-8E44-CC785F28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03A3A"/>
                </a:solidFill>
              </a:defRPr>
            </a:pPr>
            <a:r>
              <a:rPr sz="2700" b="1">
                <a:solidFill>
                  <a:srgbClr val="403A3A"/>
                </a:solidFill>
              </a:rPr>
              <a:t>S18. AI 제안 미리보기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0E6BA-3E29-4D25-9BC9-4CD79F7A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6A6A"/>
                </a:solidFill>
              </a:defRPr>
            </a:pPr>
            <a:r>
              <a:rPr sz="975" b="1">
                <a:solidFill>
                  <a:srgbClr val="716A6A"/>
                </a:solidFill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D6573-B326-4DD9-9617-96137908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B513B-3AF6-4741-9292-96C7702D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3429000" cy="5048250"/>
          </a:xfrm>
          <a:prstGeom xmlns:a="http://schemas.openxmlformats.org/drawingml/2006/main" prst="roundRect">
            <a:avLst>
              <a:gd name="adj" fmla="val 9444"/>
            </a:avLst>
          </a:prstGeom>
          <a:solidFill xmlns:a="http://schemas.openxmlformats.org/drawingml/2006/main">
            <a:srgbClr val="514A4A"/>
          </a:solidFill>
          <a:ln xmlns:a="http://schemas.openxmlformats.org/drawingml/2006/main" w="9525">
            <a:solidFill>
              <a:srgbClr val="514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FBD31C-50D8-413B-944C-C3E5E7D8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52550"/>
            <a:ext cx="3238500" cy="48577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FFFD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C8ED1-95BD-4E6B-8F5C-BD84A3B6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28750"/>
            <a:ext cx="914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D6D1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E84434-10DC-40EC-A3BB-889D4F51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02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3A3A"/>
                </a:solidFill>
              </a:defRPr>
            </a:pPr>
            <a:r>
              <a:rPr sz="1500" b="1">
                <a:solidFill>
                  <a:srgbClr val="403A3A"/>
                </a:solidFill>
              </a:rPr>
              <a:t>이런 표현은 어때요?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A3CD54-A2FC-47E3-8BDE-C5214CCA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47875"/>
            <a:ext cx="2971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151FFE-5734-42B7-9E0B-0A851F73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05025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제목 · 작은 발차기가 찾아온 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BC06B0-1515-42CA-A646-647E1476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95575"/>
            <a:ext cx="29718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FA7E3C-9D7E-41A3-85FA-FC963E33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52725"/>
            <a:ext cx="2705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짧은 요약 · 2~3문장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2998FB-7684-4580-B5D1-4868C568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2971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FD7A22-EFA5-4803-8033-04EDB087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33775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아이에게 건네는 한마디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93C15E-AD1E-4838-A080-3838C025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8763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32C2F6-F867-480C-842F-70CFB8C1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스티커 3개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3D1B9D-8407-4280-896E-5BC1DC2B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171950"/>
            <a:ext cx="8763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A66816-E6AC-42D0-93FF-1F0AD30B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910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선택 적용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4F0EB8-9D80-4BB9-B52F-CBB50C18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34050"/>
            <a:ext cx="30099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1545ED-E48F-463D-885D-4DD4F7EA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816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16A6A"/>
                </a:solidFill>
              </a:defRPr>
            </a:pPr>
            <a:r>
              <a:rPr sz="900" b="1">
                <a:solidFill>
                  <a:srgbClr val="716A6A"/>
                </a:solidFill>
              </a:rPr>
              <a:t>타임라인      + 기록      이야기      설정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D46841-09E3-4DAD-AEAD-8CA117BF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1445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C5962"/>
                </a:solidFill>
              </a:defRPr>
            </a:pPr>
            <a:r>
              <a:rPr sz="1725" b="1">
                <a:solidFill>
                  <a:srgbClr val="9C5962"/>
                </a:solidFill>
              </a:rPr>
              <a:t>AI가 자동으로 제안하지만 부모가 고른 내용만 기록에 반영한다.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B609B3-145D-42DB-AEE3-C72FE36C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화면 구성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469F7D-A536-40E7-B42F-4B8324D2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6381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제목·요약·감성 문장·스티커 제안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각 항목 선택 체크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문장 수정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선택 적용 CTA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4302CA-A712-4767-B445-6972732B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사용자 행동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C49C08-8581-43BE-A39B-5813FF22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38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원하는 항목만 선택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문장 수정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적용 또는 무시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3FA7B3-6AB3-401E-9FEF-0AACE987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38800"/>
            <a:ext cx="63817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EEEAF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08E138-0B34-4ACE-A63C-64AC2322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3405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3A3A"/>
                </a:solidFill>
              </a:defRPr>
            </a:pPr>
            <a:r>
              <a:rPr sz="1200" b="1">
                <a:solidFill>
                  <a:srgbClr val="403A3A"/>
                </a:solidFill>
              </a:rPr>
              <a:t>다음/예외  ·  AI 실패해도 원문 저장 가능</a:t>
            </a:r>
          </a:p>
        </p:txBody>
      </p:sp>
    </p:spTree>
    <p:extLst>
      <p:ext uri="{BB962C8B-B14F-4D97-AF65-F5344CB8AC3E}">
        <p14:creationId xmlns:p14="http://schemas.microsoft.com/office/powerpoint/2010/main" val="118242856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12019B-9852-43BE-ADC2-332E1226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7B84"/>
                </a:solidFill>
              </a:defRPr>
            </a:pPr>
            <a:r>
              <a:rPr sz="825" b="1">
                <a:solidFill>
                  <a:srgbClr val="C97B84"/>
                </a:solidFill>
              </a:rPr>
              <a:t>COLLABORATION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59937-3685-464C-AC99-250A3B18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03A3A"/>
                </a:solidFill>
              </a:defRPr>
            </a:pPr>
            <a:r>
              <a:rPr sz="2700" b="1">
                <a:solidFill>
                  <a:srgbClr val="403A3A"/>
                </a:solidFill>
              </a:rPr>
              <a:t>S19. 실시간 공동편집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4A414-2937-43C7-BF45-819583CD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6A6A"/>
                </a:solidFill>
              </a:defRPr>
            </a:pPr>
            <a:r>
              <a:rPr sz="975" b="1">
                <a:solidFill>
                  <a:srgbClr val="716A6A"/>
                </a:solidFill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1D96E-5DF5-45D7-BC2D-6B9E14E1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7393B-37BD-459B-8B75-13299F72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3429000" cy="5048250"/>
          </a:xfrm>
          <a:prstGeom xmlns:a="http://schemas.openxmlformats.org/drawingml/2006/main" prst="roundRect">
            <a:avLst>
              <a:gd name="adj" fmla="val 9444"/>
            </a:avLst>
          </a:prstGeom>
          <a:solidFill xmlns:a="http://schemas.openxmlformats.org/drawingml/2006/main">
            <a:srgbClr val="514A4A"/>
          </a:solidFill>
          <a:ln xmlns:a="http://schemas.openxmlformats.org/drawingml/2006/main" w="9525">
            <a:solidFill>
              <a:srgbClr val="514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73A49-B0E3-4086-8A51-0D6DA558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52550"/>
            <a:ext cx="3238500" cy="48577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FFFD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CC400-F72B-47FB-84E9-1C0641FE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28750"/>
            <a:ext cx="914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D6D1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CC14C-6C7C-4A21-B558-64DE206D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02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3A3A"/>
                </a:solidFill>
              </a:defRPr>
            </a:pPr>
            <a:r>
              <a:rPr sz="1500" b="1">
                <a:solidFill>
                  <a:srgbClr val="403A3A"/>
                </a:solidFill>
              </a:rPr>
              <a:t>함께 쓰는 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1E44B-1D72-49D4-A053-9A0C694D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C97B8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F9EF4-EDE6-4031-A415-3FF43CBB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6478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C5962"/>
                </a:solidFill>
              </a:defRPr>
            </a:pPr>
            <a:r>
              <a:rPr sz="750" b="1">
                <a:solidFill>
                  <a:srgbClr val="9C5962"/>
                </a:solidFill>
              </a:rPr>
              <a:t>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F6FF85-0D11-4EF8-A24C-69EA35F7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619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7EA6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E371C7-F3E9-46E9-98F2-B9056A69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478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F745B"/>
                </a:solidFill>
              </a:defRPr>
            </a:pPr>
            <a:r>
              <a:rPr sz="750" b="1">
                <a:solidFill>
                  <a:srgbClr val="4F745B"/>
                </a:solidFill>
              </a:rPr>
              <a:t>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1080BD-5FB6-49B3-B83C-EBDA511E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47875"/>
            <a:ext cx="2971800" cy="438150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99939F-BAE8-4922-BFBD-2AED141D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0502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배우자가 이 문장을 편집 중이에요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E2CBCE-DED2-4A6C-B0D4-92C1CC8B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29718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A4B06A-EFD0-460C-A5B9-CA8594C9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38425"/>
            <a:ext cx="2705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오늘의 이야기… |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05E413-6BA6-4DF8-96AE-13584F7F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29025"/>
            <a:ext cx="29718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C85F4A-67D6-4198-B364-F496544F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8617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별 스티커 · 배우자 선택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25ED38-26F3-493B-B938-98AA6242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8763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50298D-F2C8-4B70-8F46-0919078D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저장 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B462A0-FF8A-44DB-AFA2-9AFD4961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267200"/>
            <a:ext cx="7143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E42A98-31A0-4586-8715-ACEF1FE4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86250"/>
            <a:ext cx="561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저장됨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A82F9E-83D9-4DEB-898D-4001AB32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267200"/>
            <a:ext cx="8763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2CF2B6-3335-44A3-A757-684B39E1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28625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오프라인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C8F5EA-4F48-4DB7-925F-6D164F50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34050"/>
            <a:ext cx="30099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E87A5B-76A4-4157-AB70-E513A8E5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816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16A6A"/>
                </a:solidFill>
              </a:defRPr>
            </a:pPr>
            <a:r>
              <a:rPr sz="900" b="1">
                <a:solidFill>
                  <a:srgbClr val="716A6A"/>
                </a:solidFill>
              </a:rPr>
              <a:t>타임라인      + 기록      이야기      설정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220774-2529-4914-B682-6882CC08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1445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C5962"/>
                </a:solidFill>
              </a:defRPr>
            </a:pPr>
            <a:r>
              <a:rPr sz="1725" b="1">
                <a:solidFill>
                  <a:srgbClr val="9C5962"/>
                </a:solidFill>
              </a:rPr>
              <a:t>두 사람이 같은 화면을 편집하고 있다는 사실과 저장 상태를 투명하게 보여준다.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45D263-2057-4BA7-BFBE-9154871E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화면 구성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BB368A-185B-4B89-B3F1-2C3D257C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6381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접속 참여자·커서·선택 요소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텍스트 동시 병합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자동 저장 상태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공동 undo/history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0BBC39-DD44-4A95-9015-11AE1291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사용자 행동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EC3700-189F-4CDB-8BA0-B52F80ED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38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같은 글 동시 입력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사진·스티커 공동 조작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연결 상태 확인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E4D34C-6E15-4398-863A-33F80FDF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38800"/>
            <a:ext cx="63817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EEEAF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3097B8-227B-40E1-BB95-645AD494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3405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3A3A"/>
                </a:solidFill>
              </a:defRPr>
            </a:pPr>
            <a:r>
              <a:rPr sz="1200" b="1">
                <a:solidFill>
                  <a:srgbClr val="403A3A"/>
                </a:solidFill>
              </a:rPr>
              <a:t>다음/예외  ·  오프라인 편집은 복구 후 동기화</a:t>
            </a:r>
          </a:p>
        </p:txBody>
      </p:sp>
    </p:spTree>
    <p:extLst>
      <p:ext uri="{BB962C8B-B14F-4D97-AF65-F5344CB8AC3E}">
        <p14:creationId xmlns:p14="http://schemas.microsoft.com/office/powerpoint/2010/main" val="205500808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6F1D84-03EB-4394-9F9D-78AB9850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7B84"/>
                </a:solidFill>
              </a:defRPr>
            </a:pPr>
            <a:r>
              <a:rPr sz="825" b="1">
                <a:solidFill>
                  <a:srgbClr val="C97B84"/>
                </a:solidFill>
              </a:rPr>
              <a:t>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85FF08-47FB-41A0-8FCD-B61A0D3F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03A3A"/>
                </a:solidFill>
              </a:defRPr>
            </a:pPr>
            <a:r>
              <a:rPr sz="2700" b="1">
                <a:solidFill>
                  <a:srgbClr val="403A3A"/>
                </a:solidFill>
              </a:rPr>
              <a:t>S20. 저장 완료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AB49C-0528-4363-81E6-44F161A3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6A6A"/>
                </a:solidFill>
              </a:defRPr>
            </a:pPr>
            <a:r>
              <a:rPr sz="975" b="1">
                <a:solidFill>
                  <a:srgbClr val="716A6A"/>
                </a:solidFill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D7BDC-C220-4E3D-BE87-B0E9FB3A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5A471-0363-47B5-8A01-46923A37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3429000" cy="5048250"/>
          </a:xfrm>
          <a:prstGeom xmlns:a="http://schemas.openxmlformats.org/drawingml/2006/main" prst="roundRect">
            <a:avLst>
              <a:gd name="adj" fmla="val 9444"/>
            </a:avLst>
          </a:prstGeom>
          <a:solidFill xmlns:a="http://schemas.openxmlformats.org/drawingml/2006/main">
            <a:srgbClr val="514A4A"/>
          </a:solidFill>
          <a:ln xmlns:a="http://schemas.openxmlformats.org/drawingml/2006/main" w="9525">
            <a:solidFill>
              <a:srgbClr val="514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D8AA4-F549-4A2B-8B51-CDE75099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52550"/>
            <a:ext cx="3238500" cy="48577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FFFD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C56BB-708B-4BB3-82DA-A5788D84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28750"/>
            <a:ext cx="914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D6D1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E72E9-16B6-410E-97B1-181F80E8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02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3A3A"/>
                </a:solidFill>
              </a:defRPr>
            </a:pPr>
            <a:r>
              <a:rPr sz="1500" b="1">
                <a:solidFill>
                  <a:srgbClr val="403A3A"/>
                </a:solidFill>
              </a:rPr>
              <a:t>오늘의 순간을 담았어요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B28D07-66AE-4AC9-AFAC-CCA32124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47875"/>
            <a:ext cx="29718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670738-2BD3-4997-B80C-877A3EAC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05025"/>
            <a:ext cx="2705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03A3A"/>
                </a:solidFill>
              </a:defRPr>
            </a:pPr>
            <a:r>
              <a:rPr sz="1125" b="1">
                <a:solidFill>
                  <a:srgbClr val="403A3A"/>
                </a:solidFill>
              </a:rPr>
              <a:t>작은 발차기가 찾아온 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5B5891-3F5D-4108-B591-F84DD9CE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29718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C97B84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7E21C-D6F1-4275-9F51-C3397AE5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8132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앨범 페이지 보기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9781F0-7840-44A0-98CD-C19FF69D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14725"/>
            <a:ext cx="29718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B7C0C3-E0DA-4411-9D9C-25E8C047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71875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03A3A"/>
                </a:solidFill>
              </a:defRPr>
            </a:pPr>
            <a:r>
              <a:rPr sz="1125" b="1">
                <a:solidFill>
                  <a:srgbClr val="403A3A"/>
                </a:solidFill>
              </a:rPr>
              <a:t>타임라인으로 돌아가기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DFC638-485B-472C-B3D5-0F9E3CFE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34050"/>
            <a:ext cx="30099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6205C4-6B8B-48C1-A15B-D6B62F14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816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16A6A"/>
                </a:solidFill>
              </a:defRPr>
            </a:pPr>
            <a:r>
              <a:rPr sz="900" b="1">
                <a:solidFill>
                  <a:srgbClr val="716A6A"/>
                </a:solidFill>
              </a:rPr>
              <a:t>타임라인      + 기록      이야기      설정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07A906-37F7-4FFA-A95E-7688E237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1445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C5962"/>
                </a:solidFill>
              </a:defRPr>
            </a:pPr>
            <a:r>
              <a:rPr sz="1725" b="1">
                <a:solidFill>
                  <a:srgbClr val="9C5962"/>
                </a:solidFill>
              </a:rPr>
              <a:t>저장 성공을 짧게 확인하고 앨범 감상 또는 타임라인으로 이어간다.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E5A92F-9B41-4012-A787-2871786F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화면 구성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770C32-A917-45AB-A571-642D2136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638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완성 제목/감정 미리보기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앨범 페이지 보기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타임라인 복귀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F40E91-8250-4B19-ACC3-AD92B724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사용자 행동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6D0BDD-EA16-483D-968A-14F25723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바로 감상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다음 기록을 위해 타임라인 복귀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60188C-50C5-4874-A60D-9188D78F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38800"/>
            <a:ext cx="63817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EEEAF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48B167-4D30-4F3E-8125-6FC3CBB3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3405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3A3A"/>
                </a:solidFill>
              </a:defRPr>
            </a:pPr>
            <a:r>
              <a:rPr sz="1200" b="1">
                <a:solidFill>
                  <a:srgbClr val="403A3A"/>
                </a:solidFill>
              </a:rPr>
              <a:t>다음/예외  ·  S21 감성 앨범 상세</a:t>
            </a:r>
          </a:p>
        </p:txBody>
      </p:sp>
    </p:spTree>
    <p:extLst>
      <p:ext uri="{BB962C8B-B14F-4D97-AF65-F5344CB8AC3E}">
        <p14:creationId xmlns:p14="http://schemas.microsoft.com/office/powerpoint/2010/main" val="147249787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CD1B48-BDDA-4E5F-A71C-8D9C211B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7B84"/>
                </a:solidFill>
              </a:defRPr>
            </a:pPr>
            <a:r>
              <a:rPr sz="825" b="1">
                <a:solidFill>
                  <a:srgbClr val="C97B84"/>
                </a:solidFill>
              </a:rPr>
              <a:t>ALBUM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7FD9E-593F-4FD0-B219-1D9B2F55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03A3A"/>
                </a:solidFill>
              </a:defRPr>
            </a:pPr>
            <a:r>
              <a:rPr sz="2700" b="1">
                <a:solidFill>
                  <a:srgbClr val="403A3A"/>
                </a:solidFill>
              </a:rPr>
              <a:t>S21. 감성 앨범 상세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8B148-D78A-4228-BC18-C3513C06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6A6A"/>
                </a:solidFill>
              </a:defRPr>
            </a:pPr>
            <a:r>
              <a:rPr sz="975" b="1">
                <a:solidFill>
                  <a:srgbClr val="716A6A"/>
                </a:solidFill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95BFB3-2BE9-4D8A-BCAC-7732E98A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CDBB9-E646-4F20-A48F-C603658B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3429000" cy="5048250"/>
          </a:xfrm>
          <a:prstGeom xmlns:a="http://schemas.openxmlformats.org/drawingml/2006/main" prst="roundRect">
            <a:avLst>
              <a:gd name="adj" fmla="val 9444"/>
            </a:avLst>
          </a:prstGeom>
          <a:solidFill xmlns:a="http://schemas.openxmlformats.org/drawingml/2006/main">
            <a:srgbClr val="514A4A"/>
          </a:solidFill>
          <a:ln xmlns:a="http://schemas.openxmlformats.org/drawingml/2006/main" w="9525">
            <a:solidFill>
              <a:srgbClr val="514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A221A-A956-424E-B0FE-2F80A981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52550"/>
            <a:ext cx="3238500" cy="48577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FFFD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D220E-7A7D-4DD8-8121-713C5318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28750"/>
            <a:ext cx="914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D6D1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F1EF0-8689-423D-BA45-FF0E230F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02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3A3A"/>
                </a:solidFill>
              </a:defRPr>
            </a:pPr>
            <a:r>
              <a:rPr sz="1500" b="1">
                <a:solidFill>
                  <a:srgbClr val="403A3A"/>
                </a:solidFill>
              </a:rPr>
              <a:t>작은 발차기가 찾아온 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C1F0D8-4F86-4EC5-94CC-46D9D4BD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47875"/>
            <a:ext cx="29718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2C5D43-5822-4E2B-9E03-16EB08CA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24075"/>
            <a:ext cx="27432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16A6A"/>
                </a:solidFill>
              </a:defRPr>
            </a:pPr>
            <a:r>
              <a:rPr sz="1200" b="1">
                <a:solidFill>
                  <a:srgbClr val="716A6A"/>
                </a:solidFill>
              </a:rPr>
              <a:t>사진 2 / 5  ←  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6A9FC-D502-417A-8B31-0E4218CB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71875"/>
            <a:ext cx="5524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E15F5F-C4B5-470C-A49C-030A5DA9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909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설렘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8E419-93CA-4885-A5FE-AE098FB5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71875"/>
            <a:ext cx="8763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CEFF5A-4E96-40F7-A7DB-5159175F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590925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첫 태동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01B97-9426-4816-8E56-FE9AE607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71875"/>
            <a:ext cx="8763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99E1EF-5351-49B6-929C-DE5A2E94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90925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11주 6일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D39EBC-C974-4B95-AC39-EBF59150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29718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E21519-8485-4ABF-A0E8-1E4E938F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2705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오늘 처음으로 콩콩이의 움직임을…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F6A39A-F69A-422D-AAF1-97CF8659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34050"/>
            <a:ext cx="30099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BBD0B4-EE83-4D4D-AF68-62363F82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816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16A6A"/>
                </a:solidFill>
              </a:defRPr>
            </a:pPr>
            <a:r>
              <a:rPr sz="900" b="1">
                <a:solidFill>
                  <a:srgbClr val="716A6A"/>
                </a:solidFill>
              </a:rPr>
              <a:t>타임라인      + 기록      이야기      설정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E6523D-E545-4D75-96A8-4E082071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1445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C5962"/>
                </a:solidFill>
              </a:defRPr>
            </a:pPr>
            <a:r>
              <a:rPr sz="1725" b="1">
                <a:solidFill>
                  <a:srgbClr val="9C5962"/>
                </a:solidFill>
              </a:rPr>
              <a:t>한 기록을 사진·글·감정·스티커가 어우러진 한 페이지로 깊게 감상한다.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A9B6B3-49F5-4B3F-A26C-511F801C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화면 구성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2DEAF7-F2A8-44AC-A1AC-C7A9A43C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6381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좌우 스와이프 사진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감정·종류·주수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부모 원문과 작성자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저장된 스티커 배치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BCDD29-B1D4-4B58-AF15-A2CE120D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사용자 행동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EFCC73-8D98-46EE-B70D-5DCD4A8F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38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사진 넘기기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공동편집 열기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타임라인 복귀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FC173E-34EF-4FB9-B6B6-228DA502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38800"/>
            <a:ext cx="63817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EEEAF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1FC9C5-B003-405E-B5F9-09856D0E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3405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3A3A"/>
                </a:solidFill>
              </a:defRPr>
            </a:pPr>
            <a:r>
              <a:rPr sz="1200" b="1">
                <a:solidFill>
                  <a:srgbClr val="403A3A"/>
                </a:solidFill>
              </a:rPr>
              <a:t>다음/예외  ·  사진이 없으면 종이 질감 중심 레이아웃</a:t>
            </a:r>
          </a:p>
        </p:txBody>
      </p:sp>
    </p:spTree>
    <p:extLst>
      <p:ext uri="{BB962C8B-B14F-4D97-AF65-F5344CB8AC3E}">
        <p14:creationId xmlns:p14="http://schemas.microsoft.com/office/powerpoint/2010/main" val="167863925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504C36-B8FD-4894-954C-426E0482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7B84"/>
                </a:solidFill>
              </a:defRPr>
            </a:pPr>
            <a:r>
              <a:rPr sz="825" b="1">
                <a:solidFill>
                  <a:srgbClr val="C97B84"/>
                </a:solidFill>
              </a:rPr>
              <a:t>MILESTONE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48BDD-E91F-4C4C-A29C-CC1F965B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03A3A"/>
                </a:solidFill>
              </a:defRPr>
            </a:pPr>
            <a:r>
              <a:rPr sz="2700" b="1">
                <a:solidFill>
                  <a:srgbClr val="403A3A"/>
                </a:solidFill>
              </a:rPr>
              <a:t>S22. 성장 이야기 후보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0A47C-C3B5-4EE3-B20E-CE556307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6A6A"/>
                </a:solidFill>
              </a:defRPr>
            </a:pPr>
            <a:r>
              <a:rPr sz="975" b="1">
                <a:solidFill>
                  <a:srgbClr val="716A6A"/>
                </a:solidFill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F85F4-CF81-43B4-8983-6747AE31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BB23F-2EAA-4A6E-98F3-6FD3732A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3429000" cy="5048250"/>
          </a:xfrm>
          <a:prstGeom xmlns:a="http://schemas.openxmlformats.org/drawingml/2006/main" prst="roundRect">
            <a:avLst>
              <a:gd name="adj" fmla="val 9444"/>
            </a:avLst>
          </a:prstGeom>
          <a:solidFill xmlns:a="http://schemas.openxmlformats.org/drawingml/2006/main">
            <a:srgbClr val="514A4A"/>
          </a:solidFill>
          <a:ln xmlns:a="http://schemas.openxmlformats.org/drawingml/2006/main" w="9525">
            <a:solidFill>
              <a:srgbClr val="514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65CCA0-1561-418F-AF0C-9584B10E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52550"/>
            <a:ext cx="3238500" cy="48577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FFFD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5C474-663E-44EF-9A08-5EEB66DC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28750"/>
            <a:ext cx="914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D6D1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900B0-4D02-4658-A784-24D8E04B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02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3A3A"/>
                </a:solidFill>
              </a:defRPr>
            </a:pPr>
            <a:r>
              <a:rPr sz="1500" b="1">
                <a:solidFill>
                  <a:srgbClr val="403A3A"/>
                </a:solidFill>
              </a:rPr>
              <a:t>특별한 이야기가 준비됐어요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F9BAAB-C749-4B7F-980C-9BA08D58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47875"/>
            <a:ext cx="29718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16465-07F5-4691-AE3C-C881688A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05025"/>
            <a:ext cx="2705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03A3A"/>
                </a:solidFill>
              </a:defRPr>
            </a:pPr>
            <a:r>
              <a:rPr sz="1125" b="1">
                <a:solidFill>
                  <a:srgbClr val="403A3A"/>
                </a:solidFill>
              </a:rPr>
              <a:t>첫 태동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C2F0BD-E702-464D-9927-16924026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28925"/>
            <a:ext cx="29718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83A211-B4EB-4645-8206-6EF2C57B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86075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관련 기록 3개 · 사진 4장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556E5F-5383-4461-A8AD-B1C483F0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81375"/>
            <a:ext cx="29718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C97B84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08825E-FD90-4972-94E0-DFFC5788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3852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성장 이야기 만들기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C2CDEC-09F9-4F3A-B9FE-50361D05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71925"/>
            <a:ext cx="29718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4F23BA-AE63-40D7-8C72-E026A81F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2907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나중에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0A6755-7879-4224-83DB-9000B841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34050"/>
            <a:ext cx="30099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5C8DFC-BCE5-466A-9C44-1D1856CF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816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16A6A"/>
                </a:solidFill>
              </a:defRPr>
            </a:pPr>
            <a:r>
              <a:rPr sz="900" b="1">
                <a:solidFill>
                  <a:srgbClr val="716A6A"/>
                </a:solidFill>
              </a:rPr>
              <a:t>타임라인      + 기록      이야기      설정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56FA46-02BF-498B-8503-6DB43B83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1445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C5962"/>
                </a:solidFill>
              </a:defRPr>
            </a:pPr>
            <a:r>
              <a:rPr sz="1725" b="1">
                <a:solidFill>
                  <a:srgbClr val="9C5962"/>
                </a:solidFill>
              </a:rPr>
              <a:t>특별 시기의 관련 기록을 자동으로 모으되, 부모가 생성 여부를 선택한다.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552A2F-54A5-4DA4-9CF2-3FA22FE9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화면 구성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CE870D-8ACB-44F9-B7A3-53E6C3FB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6381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특별 시기 배지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관련 기록/사진 수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생성 CTA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나중에 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09F631-CAB0-41BD-9AA8-A909D0E5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사용자 행동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457333-FD4A-49E3-BF43-3E9C3849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소스 기록 확인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AI 초안 생성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E3CD1B-059F-45D3-B08E-FEE36EE6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38800"/>
            <a:ext cx="63817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EEEAF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E5F48D-E012-44D1-8FE9-DB1D69D7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3405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3A3A"/>
                </a:solidFill>
              </a:defRPr>
            </a:pPr>
            <a:r>
              <a:rPr sz="1200" b="1">
                <a:solidFill>
                  <a:srgbClr val="403A3A"/>
                </a:solidFill>
              </a:rPr>
              <a:t>다음/예외  ·  S23 부모 검토·수정 · 첫 웃음까지 같은 후보 흐름 사용</a:t>
            </a:r>
          </a:p>
        </p:txBody>
      </p:sp>
    </p:spTree>
    <p:extLst>
      <p:ext uri="{BB962C8B-B14F-4D97-AF65-F5344CB8AC3E}">
        <p14:creationId xmlns:p14="http://schemas.microsoft.com/office/powerpoint/2010/main" val="42146875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691957-BBA4-4E1F-9F05-900D6D74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7B84"/>
                </a:solidFill>
              </a:defRPr>
            </a:pPr>
            <a:r>
              <a:rPr sz="825" b="1">
                <a:solidFill>
                  <a:srgbClr val="C97B84"/>
                </a:solidFill>
              </a:rPr>
              <a:t>MILESTONE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27183-D80F-4A9D-ABA1-1E02D85A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03A3A"/>
                </a:solidFill>
              </a:defRPr>
            </a:pPr>
            <a:r>
              <a:rPr sz="2700" b="1">
                <a:solidFill>
                  <a:srgbClr val="403A3A"/>
                </a:solidFill>
              </a:rPr>
              <a:t>S23. AI 성장 이야기 검토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95176-EE4B-4581-9A26-4341CEF2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6A6A"/>
                </a:solidFill>
              </a:defRPr>
            </a:pPr>
            <a:r>
              <a:rPr sz="975" b="1">
                <a:solidFill>
                  <a:srgbClr val="716A6A"/>
                </a:solidFill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BF321B-192A-4D4A-8984-70D57321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B6F7E-B629-441C-932A-B619684F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3429000" cy="5048250"/>
          </a:xfrm>
          <a:prstGeom xmlns:a="http://schemas.openxmlformats.org/drawingml/2006/main" prst="roundRect">
            <a:avLst>
              <a:gd name="adj" fmla="val 9444"/>
            </a:avLst>
          </a:prstGeom>
          <a:solidFill xmlns:a="http://schemas.openxmlformats.org/drawingml/2006/main">
            <a:srgbClr val="514A4A"/>
          </a:solidFill>
          <a:ln xmlns:a="http://schemas.openxmlformats.org/drawingml/2006/main" w="9525">
            <a:solidFill>
              <a:srgbClr val="514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574836-9C25-4D8A-907A-AAC81743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52550"/>
            <a:ext cx="3238500" cy="48577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FFFD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DA6B0-83E6-48F1-967A-1110C4C6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28750"/>
            <a:ext cx="914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D6D1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BDBD3-F99F-4B03-A85B-FDBCA3A7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02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3A3A"/>
                </a:solidFill>
              </a:defRPr>
            </a:pPr>
            <a:r>
              <a:rPr sz="1500" b="1">
                <a:solidFill>
                  <a:srgbClr val="403A3A"/>
                </a:solidFill>
              </a:rPr>
              <a:t>첫 태동의 이야기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CC169-69D8-4750-9488-F357A257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C97B8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588AA6-DDD7-4FB0-832E-DBC842EC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6478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C5962"/>
                </a:solidFill>
              </a:defRPr>
            </a:pPr>
            <a:r>
              <a:rPr sz="750" b="1">
                <a:solidFill>
                  <a:srgbClr val="9C5962"/>
                </a:solidFill>
              </a:rPr>
              <a:t>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3D1A52-BBF4-460B-B22F-51ED935A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619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7EA6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F8A168-B583-4A0F-8798-C42509B7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4782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F745B"/>
                </a:solidFill>
              </a:defRPr>
            </a:pPr>
            <a:r>
              <a:rPr sz="750" b="1">
                <a:solidFill>
                  <a:srgbClr val="4F745B"/>
                </a:solidFill>
              </a:rPr>
              <a:t>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63D5C3-2708-45BA-95BD-51D22A2E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47875"/>
            <a:ext cx="2971800" cy="381000"/>
          </a:xfrm>
          <a:prstGeom xmlns:a="http://schemas.openxmlformats.org/drawingml/2006/main" prst="roundRect">
            <a:avLst>
              <a:gd name="adj" fmla="val 35000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B438D7-031B-4DCE-8933-70591E04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05025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03A3A"/>
                </a:solidFill>
              </a:defRPr>
            </a:pPr>
            <a:r>
              <a:rPr sz="1125" b="1">
                <a:solidFill>
                  <a:srgbClr val="403A3A"/>
                </a:solidFill>
              </a:rPr>
              <a:t>AI 초안 · 직접 수정 가능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DC5469-3A47-49E5-8EB3-CCD10943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24125"/>
            <a:ext cx="297180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EAFA01-1A19-4A98-88ED-A98B078B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81275"/>
            <a:ext cx="27051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그날, 엄마는 아주 작은 파도처럼…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725945-3986-4025-8A50-9A2F96FC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87630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9DF82-DC90-43AF-9E3F-427531A6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72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사진 선택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492443-A33D-4803-B81C-BFA2E998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95750"/>
            <a:ext cx="87630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CAA6EF-96CD-4EEC-AF51-DC03562E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14800"/>
            <a:ext cx="72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톤 다듬기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996E2B-C5D1-468F-9812-1378863E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95750"/>
            <a:ext cx="87630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4C9F28-7037-41B3-90CF-281ECDA1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14800"/>
            <a:ext cx="72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원문 보기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C4549B-0F16-4ECE-87D1-1CF7F373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9625"/>
            <a:ext cx="29718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C97B84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6CF11D-2F20-40F4-8079-9B02ED02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7677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확인하고 저장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DD735C-FF3A-4E3B-916C-0F312210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34050"/>
            <a:ext cx="30099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F9B63E-7793-4CC5-88E6-761F5F27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816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16A6A"/>
                </a:solidFill>
              </a:defRPr>
            </a:pPr>
            <a:r>
              <a:rPr sz="900" b="1">
                <a:solidFill>
                  <a:srgbClr val="716A6A"/>
                </a:solidFill>
              </a:rPr>
              <a:t>타임라인      + 기록      이야기      설정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EB394B-0F2B-460D-AFD1-D77C7895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1445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C5962"/>
                </a:solidFill>
              </a:defRPr>
            </a:pPr>
            <a:r>
              <a:rPr sz="1725" b="1">
                <a:solidFill>
                  <a:srgbClr val="9C5962"/>
                </a:solidFill>
              </a:rPr>
              <a:t>AI 초안을 부모의 목소리로 수정하고 사진을 고른 뒤에만 저장한다.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4B5EF6-3BFE-4D3C-9DC0-DCF832C5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화면 구성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7FA053-9DEE-44CA-84F5-B3F737B5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6381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편집 가능한 AI 초안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소스 원문 보기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사진 선택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부모 확인 저장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74164E-3FCD-4812-9184-3E480473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사용자 행동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7402CC-C40B-4C6C-B8A8-FDAAC629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381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문장 수정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사진 선택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원문 대조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최종 확인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868A05-59C4-4F50-A1C6-2774BB33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38800"/>
            <a:ext cx="63817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EEEAF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AF1377-D7B4-44A0-AC8F-139D5699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3405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3A3A"/>
                </a:solidFill>
              </a:defRPr>
            </a:pPr>
            <a:r>
              <a:rPr sz="1200" b="1">
                <a:solidFill>
                  <a:srgbClr val="403A3A"/>
                </a:solidFill>
              </a:rPr>
              <a:t>다음/예외  ·  확인 전에는 완성본으로 저장하지 않음</a:t>
            </a:r>
          </a:p>
        </p:txBody>
      </p:sp>
    </p:spTree>
    <p:extLst>
      <p:ext uri="{BB962C8B-B14F-4D97-AF65-F5344CB8AC3E}">
        <p14:creationId xmlns:p14="http://schemas.microsoft.com/office/powerpoint/2010/main" val="168272260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77805C-7934-455F-A6C9-BA6B4CC6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7B84"/>
                </a:solidFill>
              </a:defRPr>
            </a:pPr>
            <a:r>
              <a:rPr sz="825" b="1">
                <a:solidFill>
                  <a:srgbClr val="C97B84"/>
                </a:solidFill>
              </a:rPr>
              <a:t>MILESTONE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79A1A-8E52-4E94-9CFC-53ECA8CF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03A3A"/>
                </a:solidFill>
              </a:defRPr>
            </a:pPr>
            <a:r>
              <a:rPr sz="2700" b="1">
                <a:solidFill>
                  <a:srgbClr val="403A3A"/>
                </a:solidFill>
              </a:rPr>
              <a:t>S24. 완성된 성장 이야기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FE6FE-B8A0-48A9-8743-30AB69CE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6A6A"/>
                </a:solidFill>
              </a:defRPr>
            </a:pPr>
            <a:r>
              <a:rPr sz="975" b="1">
                <a:solidFill>
                  <a:srgbClr val="716A6A"/>
                </a:solidFill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20A05-1AF6-43AE-8027-AFAB637F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CEB98-0C1A-4C53-AC2A-7100AACB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3429000" cy="5048250"/>
          </a:xfrm>
          <a:prstGeom xmlns:a="http://schemas.openxmlformats.org/drawingml/2006/main" prst="roundRect">
            <a:avLst>
              <a:gd name="adj" fmla="val 9444"/>
            </a:avLst>
          </a:prstGeom>
          <a:solidFill xmlns:a="http://schemas.openxmlformats.org/drawingml/2006/main">
            <a:srgbClr val="514A4A"/>
          </a:solidFill>
          <a:ln xmlns:a="http://schemas.openxmlformats.org/drawingml/2006/main" w="9525">
            <a:solidFill>
              <a:srgbClr val="514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736E6-4781-4AC9-8CD8-CE3CB0F5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52550"/>
            <a:ext cx="3238500" cy="48577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FFFD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2A5A2-F192-4A1B-99BA-4FF8E87C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28750"/>
            <a:ext cx="914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D6D1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503A4-3BE5-4051-BA09-D0F86C1E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02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3A3A"/>
                </a:solidFill>
              </a:defRPr>
            </a:pPr>
            <a:r>
              <a:rPr sz="1500" b="1">
                <a:solidFill>
                  <a:srgbClr val="403A3A"/>
                </a:solidFill>
              </a:rPr>
              <a:t>첫 태동 · 이야기 한 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1F363-17D3-4230-926C-41F5EBEE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47875"/>
            <a:ext cx="29718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02D51F-63D5-43A0-A2A9-3746F973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24075"/>
            <a:ext cx="2743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16A6A"/>
                </a:solidFill>
              </a:defRPr>
            </a:pPr>
            <a:r>
              <a:rPr sz="1200" b="1">
                <a:solidFill>
                  <a:srgbClr val="716A6A"/>
                </a:solidFill>
              </a:rPr>
              <a:t>선택 사진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7B6C2-3258-44A7-9CFA-24029E79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67075"/>
            <a:ext cx="29718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BE45B-33A5-4D63-84AB-48A3D56E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24225"/>
            <a:ext cx="27051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그날, 아주 작은 움직임이…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711439-EDBB-49EF-B4AA-6BD8FB4A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0075"/>
            <a:ext cx="29718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0434AF-9D83-43DE-9DD4-C61D08ED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67225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엄마와 배우자의 원문 함께 보기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72177D-F9F5-4253-890F-FDCB1084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34050"/>
            <a:ext cx="30099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7F9DAC-D386-4E3C-94AF-2719E127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816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16A6A"/>
                </a:solidFill>
              </a:defRPr>
            </a:pPr>
            <a:r>
              <a:rPr sz="900" b="1">
                <a:solidFill>
                  <a:srgbClr val="716A6A"/>
                </a:solidFill>
              </a:rPr>
              <a:t>타임라인      + 기록      이야기      설정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6CAC49-46B2-4ACD-9880-71FA9126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1445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C5962"/>
                </a:solidFill>
              </a:defRPr>
            </a:pPr>
            <a:r>
              <a:rPr sz="1725" b="1">
                <a:solidFill>
                  <a:srgbClr val="9C5962"/>
                </a:solidFill>
              </a:rPr>
              <a:t>AI가 엮은 이야기와 부모의 원문을 함께 보존해 미래의 아이에게 전달한다.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0706CA-54CB-4B82-B23D-BFE7AE19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화면 구성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00C0D8-5266-4013-806E-CDD275A1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6381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선택 사진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최종 성장 이야기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엄마·배우자 원문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특별 시기 메타데이터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E4D4A6-5D79-4EFD-AF8B-EFB2EA49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사용자 행동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704A6A-C7F8-46C3-9C4C-2739F188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38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원문 펼치기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편집 이력 확인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타임라인으로 돌아가기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1AED7E-1BFE-4E18-AE82-8E1764F4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38800"/>
            <a:ext cx="63817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EEEAF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AF1472-A0EC-4335-9913-06EF8859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3405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3A3A"/>
                </a:solidFill>
              </a:defRPr>
            </a:pPr>
            <a:r>
              <a:rPr sz="1200" b="1">
                <a:solidFill>
                  <a:srgbClr val="403A3A"/>
                </a:solidFill>
              </a:rPr>
              <a:t>다음/예외  ·  이야기 탭에서 완성본 재감상</a:t>
            </a:r>
          </a:p>
        </p:txBody>
      </p:sp>
    </p:spTree>
    <p:extLst>
      <p:ext uri="{BB962C8B-B14F-4D97-AF65-F5344CB8AC3E}">
        <p14:creationId xmlns:p14="http://schemas.microsoft.com/office/powerpoint/2010/main" val="148611668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C0583B-3F59-427B-9E9F-30CB4550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7B84"/>
                </a:solidFill>
              </a:defRPr>
            </a:pPr>
            <a:r>
              <a:rPr sz="825" b="1">
                <a:solidFill>
                  <a:srgbClr val="C97B84"/>
                </a:solidFill>
              </a:rPr>
              <a:t>SETTINGS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031D8-C1FE-4AB7-9D5C-73540931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03A3A"/>
                </a:solidFill>
              </a:defRPr>
            </a:pPr>
            <a:r>
              <a:rPr sz="2700" b="1">
                <a:solidFill>
                  <a:srgbClr val="403A3A"/>
                </a:solidFill>
              </a:rPr>
              <a:t>S25. 공유 관리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92C17-F812-42B1-86DF-758E693A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6A6A"/>
                </a:solidFill>
              </a:defRPr>
            </a:pPr>
            <a:r>
              <a:rPr sz="975" b="1">
                <a:solidFill>
                  <a:srgbClr val="716A6A"/>
                </a:solidFill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E9583-AE65-4E00-9693-E0D1A1A5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A7F63-8E37-45F4-8C57-6BDDEEA5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3429000" cy="5048250"/>
          </a:xfrm>
          <a:prstGeom xmlns:a="http://schemas.openxmlformats.org/drawingml/2006/main" prst="roundRect">
            <a:avLst>
              <a:gd name="adj" fmla="val 9444"/>
            </a:avLst>
          </a:prstGeom>
          <a:solidFill xmlns:a="http://schemas.openxmlformats.org/drawingml/2006/main">
            <a:srgbClr val="514A4A"/>
          </a:solidFill>
          <a:ln xmlns:a="http://schemas.openxmlformats.org/drawingml/2006/main" w="9525">
            <a:solidFill>
              <a:srgbClr val="514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6E71F-0DEF-4050-A494-29EDEF63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52550"/>
            <a:ext cx="3238500" cy="48577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FFFD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18BDC-83D5-43B3-AB03-0C3F0A46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28750"/>
            <a:ext cx="914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D6D1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BE9999-DF83-4433-83C0-5AC46EF4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02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3A3A"/>
                </a:solidFill>
              </a:defRPr>
            </a:pPr>
            <a:r>
              <a:rPr sz="1500" b="1">
                <a:solidFill>
                  <a:srgbClr val="403A3A"/>
                </a:solidFill>
              </a:rPr>
              <a:t>배우자와 함께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BAFEA-AF91-43DD-B281-841277EB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47875"/>
            <a:ext cx="29718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B85E92-F6CE-450C-9FE6-9A70B974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05025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배우자 · 접속 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47E721-7151-40E7-B30F-4E3EDA6A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57475"/>
            <a:ext cx="297180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C5CCC5-CF10-4592-9F46-FCA36F36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4625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초대 링크 · 활성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C4DE93-FD1D-4F70-938E-A6CA0CAD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8763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2FF6E5-7DAE-4A62-97DA-10E983C0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9565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링크 복사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F5B4D4-8FE3-4367-97E4-721D3FF5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276600"/>
            <a:ext cx="8763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9BAAF6-84E4-4F49-8AFD-279D84B1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9565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3A3A"/>
                </a:solidFill>
              </a:defRPr>
            </a:pPr>
            <a:r>
              <a:rPr sz="975" b="1">
                <a:solidFill>
                  <a:srgbClr val="403A3A"/>
                </a:solidFill>
              </a:rPr>
              <a:t>PIN 보기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1037FC-4853-4478-9663-AB3439B0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62375"/>
            <a:ext cx="29718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F3A186-8D28-434E-A32C-3D3F7EAC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952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C5962"/>
                </a:solidFill>
              </a:defRPr>
            </a:pPr>
            <a:r>
              <a:rPr sz="1125" b="1">
                <a:solidFill>
                  <a:srgbClr val="9C5962"/>
                </a:solidFill>
              </a:rPr>
              <a:t>링크 만료 또는 재발급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0F2FE3-236B-4E36-A354-3C218AAD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34050"/>
            <a:ext cx="30099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6759DA-7EFA-4FC7-B372-9EC1565E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816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16A6A"/>
                </a:solidFill>
              </a:defRPr>
            </a:pPr>
            <a:r>
              <a:rPr sz="900" b="1">
                <a:solidFill>
                  <a:srgbClr val="716A6A"/>
                </a:solidFill>
              </a:rPr>
              <a:t>타임라인      + 기록      이야기      설정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2430E4-C7E7-46CA-A2BB-1DBA69C1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1445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C5962"/>
                </a:solidFill>
              </a:defRPr>
            </a:pPr>
            <a:r>
              <a:rPr sz="1725" b="1">
                <a:solidFill>
                  <a:srgbClr val="9C5962"/>
                </a:solidFill>
              </a:rPr>
              <a:t>공유 상태와 보안 통제를 소유자가 한 화면에서 관리한다.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8721E2-953D-4F3F-A79D-977BB737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화면 구성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440FDF-0317-4FB1-A439-55ABC097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6381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멤버와 접속 상태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현재 초대 상태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복사·만료·재발급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권한 안내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7115AF-161E-40BD-B2AE-1C4CDDD0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사용자 행동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DFB2A0-F0C4-405A-86AA-5C46DDE7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링크 관리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만료 전 재확인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D2F993-7137-468D-A532-BED38049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38800"/>
            <a:ext cx="63817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EEEAF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5D2149-AFC7-4117-AF83-164AE46C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3405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3A3A"/>
                </a:solidFill>
              </a:defRPr>
            </a:pPr>
            <a:r>
              <a:rPr sz="1200" b="1">
                <a:solidFill>
                  <a:srgbClr val="403A3A"/>
                </a:solidFill>
              </a:rPr>
              <a:t>다음/예외  ·  배우자는 링크 관리 메뉴를 볼 수 없음</a:t>
            </a:r>
          </a:p>
        </p:txBody>
      </p:sp>
    </p:spTree>
    <p:extLst>
      <p:ext uri="{BB962C8B-B14F-4D97-AF65-F5344CB8AC3E}">
        <p14:creationId xmlns:p14="http://schemas.microsoft.com/office/powerpoint/2010/main" val="149252397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601426-762C-4910-8A8E-C952CA4F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7B84"/>
                </a:solidFill>
              </a:defRPr>
            </a:pPr>
            <a:r>
              <a:rPr sz="825" b="1">
                <a:solidFill>
                  <a:srgbClr val="C97B84"/>
                </a:solidFill>
              </a:rPr>
              <a:t>SETTINGS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1AA41-6E53-4197-BE35-A6B97CD6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03A3A"/>
                </a:solidFill>
              </a:defRPr>
            </a:pPr>
            <a:r>
              <a:rPr sz="2700" b="1">
                <a:solidFill>
                  <a:srgbClr val="403A3A"/>
                </a:solidFill>
              </a:rPr>
              <a:t>S26. 변경 이력과 복원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01D2A-8805-49A3-80BC-2B525B8B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6A6A"/>
                </a:solidFill>
              </a:defRPr>
            </a:pPr>
            <a:r>
              <a:rPr sz="975" b="1">
                <a:solidFill>
                  <a:srgbClr val="716A6A"/>
                </a:solidFill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F2EBB-7116-42ED-B248-F136836B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9CCA5-5C83-4D3D-BD65-E453E89A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3429000" cy="5048250"/>
          </a:xfrm>
          <a:prstGeom xmlns:a="http://schemas.openxmlformats.org/drawingml/2006/main" prst="roundRect">
            <a:avLst>
              <a:gd name="adj" fmla="val 9444"/>
            </a:avLst>
          </a:prstGeom>
          <a:solidFill xmlns:a="http://schemas.openxmlformats.org/drawingml/2006/main">
            <a:srgbClr val="514A4A"/>
          </a:solidFill>
          <a:ln xmlns:a="http://schemas.openxmlformats.org/drawingml/2006/main" w="9525">
            <a:solidFill>
              <a:srgbClr val="514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35478-D1D1-45BA-AC3F-1110AC3C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52550"/>
            <a:ext cx="3238500" cy="48577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FFFD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6A781-A157-485E-B8FC-73B4DE4B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28750"/>
            <a:ext cx="914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D6D1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8F4E8-F715-4686-A8EE-FC14DDF8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02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3A3A"/>
                </a:solidFill>
              </a:defRPr>
            </a:pPr>
            <a:r>
              <a:rPr sz="1500" b="1">
                <a:solidFill>
                  <a:srgbClr val="403A3A"/>
                </a:solidFill>
              </a:rPr>
              <a:t>변경 이력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7EEF0B-DD1E-4F8A-93DA-FF6FAC1C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47875"/>
            <a:ext cx="29718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0B630-EC15-4B6F-B974-ED336B47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0502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11:42 · 배우자 · 스티커 이동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87E8D2-6111-45A0-ACE4-E17D474F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38425"/>
            <a:ext cx="29718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656A4-D1C0-43B1-A1A7-C5869004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9557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11:38 · 엄마 · AI 제목 적용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1BF717-7E54-4B6E-8ADB-7FF9E9A8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28975"/>
            <a:ext cx="29718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DAC371-BABE-4268-883B-FF449FBE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8612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11:31 · 배우자 · 사진 순서 변경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3D7604-4DBB-4A2B-9871-ABACF4D0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9525"/>
            <a:ext cx="29718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C97B84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45723C-F00B-4D7E-ABEE-43219691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7667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이 시점으로 복원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E60ED4-232A-4920-8EF4-84E297DE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34050"/>
            <a:ext cx="30099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F6A43A-D100-44B6-9A52-1EE21E70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816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16A6A"/>
                </a:solidFill>
              </a:defRPr>
            </a:pPr>
            <a:r>
              <a:rPr sz="900" b="1">
                <a:solidFill>
                  <a:srgbClr val="716A6A"/>
                </a:solidFill>
              </a:rPr>
              <a:t>타임라인      + 기록      이야기      설정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538407-3B19-4FE7-95BE-704438D9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1445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C5962"/>
                </a:solidFill>
              </a:defRPr>
            </a:pPr>
            <a:r>
              <a:rPr sz="1725" b="1">
                <a:solidFill>
                  <a:srgbClr val="9C5962"/>
                </a:solidFill>
              </a:rPr>
              <a:t>공동편집 중 실수를 안전하게 되돌리고 누가 무엇을 바꿨는지 확인한다.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530129-1F60-4B21-8E99-D3ED595D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화면 구성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CB7504-D54B-4E62-ADAA-ADBCB329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638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참여자·시각·변경 유형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선택 시점 미리보기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복원 재확인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85322C-D999-4485-B40C-A86E7D03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사용자 행동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CDFDED-A3E0-4FE4-9E1D-218AA2BF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38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이력 선택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현재와 비교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복원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314548-ED55-488E-8EBE-B8CCC30A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38800"/>
            <a:ext cx="63817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EEEAF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14C82C-B4D4-40EB-BE7F-90E05720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3405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3A3A"/>
                </a:solidFill>
              </a:defRPr>
            </a:pPr>
            <a:r>
              <a:rPr sz="1200" b="1">
                <a:solidFill>
                  <a:srgbClr val="403A3A"/>
                </a:solidFill>
              </a:rPr>
              <a:t>다음/예외  ·  복원 자체도 새 이력으로 남김</a:t>
            </a:r>
          </a:p>
        </p:txBody>
      </p:sp>
    </p:spTree>
    <p:extLst>
      <p:ext uri="{BB962C8B-B14F-4D97-AF65-F5344CB8AC3E}">
        <p14:creationId xmlns:p14="http://schemas.microsoft.com/office/powerpoint/2010/main" val="154418578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A44ED0-85E9-4F2C-A136-91DFA445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7B84"/>
                </a:solidFill>
              </a:defRPr>
            </a:pPr>
            <a:r>
              <a:rPr sz="825" b="1">
                <a:solidFill>
                  <a:srgbClr val="C97B84"/>
                </a:solidFill>
              </a:rPr>
              <a:t>STATES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31B4C1-DCE0-471B-B6C9-4113AEA6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03A3A"/>
                </a:solidFill>
              </a:defRPr>
            </a:pPr>
            <a:r>
              <a:rPr sz="2700" b="1">
                <a:solidFill>
                  <a:srgbClr val="403A3A"/>
                </a:solidFill>
              </a:rPr>
              <a:t>S27. 빈 상태와 오류 상태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D5106-3466-4C22-80D8-27DAA5EC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6A6A"/>
                </a:solidFill>
              </a:defRPr>
            </a:pPr>
            <a:r>
              <a:rPr sz="975" b="1">
                <a:solidFill>
                  <a:srgbClr val="716A6A"/>
                </a:solidFill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A2FD8-E792-4641-97F5-CDD7B7C0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DAE5E-124B-4431-8D90-98AAEBBD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3429000" cy="5048250"/>
          </a:xfrm>
          <a:prstGeom xmlns:a="http://schemas.openxmlformats.org/drawingml/2006/main" prst="roundRect">
            <a:avLst>
              <a:gd name="adj" fmla="val 9444"/>
            </a:avLst>
          </a:prstGeom>
          <a:solidFill xmlns:a="http://schemas.openxmlformats.org/drawingml/2006/main">
            <a:srgbClr val="514A4A"/>
          </a:solidFill>
          <a:ln xmlns:a="http://schemas.openxmlformats.org/drawingml/2006/main" w="9525">
            <a:solidFill>
              <a:srgbClr val="514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85CF4-8FAF-49F6-AB66-7557C6C1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52550"/>
            <a:ext cx="3238500" cy="48577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FFFD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F85C3-5851-4A8D-BB00-6AFC43D2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28750"/>
            <a:ext cx="914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D6D1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415EF-8029-40CC-996F-440A7F0F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02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3A3A"/>
                </a:solidFill>
              </a:defRPr>
            </a:pPr>
            <a:r>
              <a:rPr sz="1500" b="1">
                <a:solidFill>
                  <a:srgbClr val="403A3A"/>
                </a:solidFill>
              </a:rPr>
              <a:t>상태별 안내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D9224C-AEE7-412E-9C84-6813F0DE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47875"/>
            <a:ext cx="2971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9E7EA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0CE28-4D1E-4267-AB6A-B7BD26E0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05025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기록이 아직 없어요 · 첫 기록 남기기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DD750-297F-44D4-B011-A258FEBD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95575"/>
            <a:ext cx="2971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474FF6-805E-44F6-9E62-EB7565F2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52725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AI 제안을 만들지 못했어요 · 재시도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7B046-8FF4-4A78-A3F2-76DAB7F6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43275"/>
            <a:ext cx="2971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8A3596-CD53-44C8-B70E-67F0E3F7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0425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사진 업로드 실패 · 다시 올리기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D23DFD-A277-40C8-96B5-673D978D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90975"/>
            <a:ext cx="2971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7F0E8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BA0556-B736-4685-9CC7-7887A6CC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48125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3A3A"/>
                </a:solidFill>
              </a:defRPr>
            </a:pPr>
            <a:r>
              <a:rPr sz="1125" b="0">
                <a:solidFill>
                  <a:srgbClr val="403A3A"/>
                </a:solidFill>
              </a:rPr>
              <a:t>오프라인 · 연결되면 자동 동기화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BCBAEB-9732-4FFA-8518-68C84C75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34050"/>
            <a:ext cx="30099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12BA09-4AC7-48F6-AE8C-982CAB59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816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16A6A"/>
                </a:solidFill>
              </a:defRPr>
            </a:pPr>
            <a:r>
              <a:rPr sz="900" b="1">
                <a:solidFill>
                  <a:srgbClr val="716A6A"/>
                </a:solidFill>
              </a:rPr>
              <a:t>타임라인      + 기록      이야기      설정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10C127-829A-406B-9B91-CD87322F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1445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C5962"/>
                </a:solidFill>
              </a:defRPr>
            </a:pPr>
            <a:r>
              <a:rPr sz="1725" b="1">
                <a:solidFill>
                  <a:srgbClr val="9C5962"/>
                </a:solidFill>
              </a:rPr>
              <a:t>기능 실패가 기록 손실로 느껴지지 않도록 다음 행동을 항상 제공한다.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46494C-7A57-41A6-99FE-083D3253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화면 구성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FE18A6-C4FF-4460-BB2F-4DEDD2AD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63817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빈 타임라인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필터 결과 없음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AI/업로드 실패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오프라인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초대 만료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9B1D94-6D85-4B61-9E93-2512D9CC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5962"/>
                </a:solidFill>
              </a:defRPr>
            </a:pPr>
            <a:r>
              <a:rPr sz="1500" b="1">
                <a:solidFill>
                  <a:srgbClr val="9C5962"/>
                </a:solidFill>
              </a:rPr>
              <a:t>사용자 행동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8D2941-2EA5-41D4-A2B7-39B02CF6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6381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재시도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AI 없이 계속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필터 초기화</a:t>
            </a:r>
          </a:p>
          <a:p xmlns:a="http://schemas.openxmlformats.org/drawingml/2006/main">
            <a:pPr algn="l">
              <a:defRPr sz="1200" b="0">
                <a:solidFill>
                  <a:srgbClr val="403A3A"/>
                </a:solidFill>
              </a:defRPr>
            </a:pPr>
            <a:r>
              <a:rPr sz="1200" b="0">
                <a:solidFill>
                  <a:srgbClr val="403A3A"/>
                </a:solidFill>
              </a:rPr>
              <a:t>• 새 링크 요청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6AFD60-2649-4DC3-8994-90EA421C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38800"/>
            <a:ext cx="63817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EEEAF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AF92EC-0FE5-439D-B831-348EFF53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3405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3A3A"/>
                </a:solidFill>
              </a:defRPr>
            </a:pPr>
            <a:r>
              <a:rPr sz="1200" b="1">
                <a:solidFill>
                  <a:srgbClr val="403A3A"/>
                </a:solidFill>
              </a:rPr>
              <a:t>다음/예외  ·  원문 기록은 가능한 한 계속 저장</a:t>
            </a:r>
          </a:p>
        </p:txBody>
      </p:sp>
    </p:spTree>
    <p:extLst>
      <p:ext uri="{BB962C8B-B14F-4D97-AF65-F5344CB8AC3E}">
        <p14:creationId xmlns:p14="http://schemas.microsoft.com/office/powerpoint/2010/main" val="7757584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2026-08-14T02:21:51.5100000Z</dcterms:created>
  <dcterms:modified xsi:type="dcterms:W3CDTF">2026-08-14T02:21:51.5100000Z</dcterms:modified>
</coreProperties>
</file>